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5" r:id="rId1"/>
  </p:sldMasterIdLst>
  <p:notesMasterIdLst>
    <p:notesMasterId r:id="rId22"/>
  </p:notesMasterIdLst>
  <p:sldIdLst>
    <p:sldId id="256" r:id="rId2"/>
    <p:sldId id="259" r:id="rId3"/>
    <p:sldId id="260" r:id="rId4"/>
    <p:sldId id="263" r:id="rId5"/>
    <p:sldId id="265" r:id="rId6"/>
    <p:sldId id="262" r:id="rId7"/>
    <p:sldId id="306" r:id="rId8"/>
    <p:sldId id="290" r:id="rId9"/>
    <p:sldId id="270" r:id="rId10"/>
    <p:sldId id="298" r:id="rId11"/>
    <p:sldId id="291" r:id="rId12"/>
    <p:sldId id="296" r:id="rId13"/>
    <p:sldId id="264" r:id="rId14"/>
    <p:sldId id="294" r:id="rId15"/>
    <p:sldId id="295" r:id="rId16"/>
    <p:sldId id="308" r:id="rId17"/>
    <p:sldId id="292" r:id="rId18"/>
    <p:sldId id="297" r:id="rId19"/>
    <p:sldId id="304" r:id="rId20"/>
    <p:sldId id="287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B6F095B-3C10-4A64-AC5C-F2E27FE1DFD5}">
  <a:tblStyle styleId="{9B6F095B-3C10-4A64-AC5C-F2E27FE1DF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0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747bfd1ed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747bfd1ed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32b9ccab91_0_2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32b9ccab91_0_2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3e1fc50fc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3e1fc50fc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75584fc2f6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75584fc2f6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43df0acb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43df0acb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>
          <a:extLst>
            <a:ext uri="{FF2B5EF4-FFF2-40B4-BE49-F238E27FC236}">
              <a16:creationId xmlns:a16="http://schemas.microsoft.com/office/drawing/2014/main" id="{8811686E-29B6-2990-9840-14435612C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3e1fc50fc5_0_14:notes">
            <a:extLst>
              <a:ext uri="{FF2B5EF4-FFF2-40B4-BE49-F238E27FC236}">
                <a16:creationId xmlns:a16="http://schemas.microsoft.com/office/drawing/2014/main" id="{91B3DB19-409F-A7EE-5CEE-EE2FE1141B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3e1fc50fc5_0_14:notes">
            <a:extLst>
              <a:ext uri="{FF2B5EF4-FFF2-40B4-BE49-F238E27FC236}">
                <a16:creationId xmlns:a16="http://schemas.microsoft.com/office/drawing/2014/main" id="{7E11E0D9-32DE-D483-3800-8FF2C60DDC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5319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>
          <a:extLst>
            <a:ext uri="{FF2B5EF4-FFF2-40B4-BE49-F238E27FC236}">
              <a16:creationId xmlns:a16="http://schemas.microsoft.com/office/drawing/2014/main" id="{B3213769-C492-7041-1493-C3F5AFC0F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75584fc2f6_1_7:notes">
            <a:extLst>
              <a:ext uri="{FF2B5EF4-FFF2-40B4-BE49-F238E27FC236}">
                <a16:creationId xmlns:a16="http://schemas.microsoft.com/office/drawing/2014/main" id="{ED49A35B-ADC5-810C-B098-35A947E281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75584fc2f6_1_7:notes">
            <a:extLst>
              <a:ext uri="{FF2B5EF4-FFF2-40B4-BE49-F238E27FC236}">
                <a16:creationId xmlns:a16="http://schemas.microsoft.com/office/drawing/2014/main" id="{DBB27FE3-AE8F-77F3-95BC-7B8DB4189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4456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3167f2aa4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3167f2aa4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>
          <a:extLst>
            <a:ext uri="{FF2B5EF4-FFF2-40B4-BE49-F238E27FC236}">
              <a16:creationId xmlns:a16="http://schemas.microsoft.com/office/drawing/2014/main" id="{258034CE-BF21-AA60-17B8-371119403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3167f2aa41_0_43:notes">
            <a:extLst>
              <a:ext uri="{FF2B5EF4-FFF2-40B4-BE49-F238E27FC236}">
                <a16:creationId xmlns:a16="http://schemas.microsoft.com/office/drawing/2014/main" id="{12C689D5-0C3D-EEF9-6AC2-7C7AE96EB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3167f2aa41_0_43:notes">
            <a:extLst>
              <a:ext uri="{FF2B5EF4-FFF2-40B4-BE49-F238E27FC236}">
                <a16:creationId xmlns:a16="http://schemas.microsoft.com/office/drawing/2014/main" id="{4D96FCDC-FE22-C639-502F-B5D119646B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4090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1ed28cfa71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31ed28cfa71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65301F99-0DE5-6A41-DAF0-30524701A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87C2E224-22E2-C8FF-EA80-0DCF19FDD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3B8E1AF7-31B3-40DE-80F7-C9C9BCE50C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8789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31ff7c0f5b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31ff7c0f5b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15674D75-1FE3-2D75-5A29-C78C422B2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31ff7c0f5b_0_108:notes">
            <a:extLst>
              <a:ext uri="{FF2B5EF4-FFF2-40B4-BE49-F238E27FC236}">
                <a16:creationId xmlns:a16="http://schemas.microsoft.com/office/drawing/2014/main" id="{C40E1A62-4855-8E3A-8FDE-D38EEE62A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31ff7c0f5b_0_108:notes">
            <a:extLst>
              <a:ext uri="{FF2B5EF4-FFF2-40B4-BE49-F238E27FC236}">
                <a16:creationId xmlns:a16="http://schemas.microsoft.com/office/drawing/2014/main" id="{72481B31-F654-286E-8AC8-D6375B941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2490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0B75D39E-5FE1-EDC5-B5AB-8E4DA01BF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31ff7c0f5b_0_108:notes">
            <a:extLst>
              <a:ext uri="{FF2B5EF4-FFF2-40B4-BE49-F238E27FC236}">
                <a16:creationId xmlns:a16="http://schemas.microsoft.com/office/drawing/2014/main" id="{ECD0CBB5-9F6A-01C1-24B8-B06E9E1482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31ff7c0f5b_0_108:notes">
            <a:extLst>
              <a:ext uri="{FF2B5EF4-FFF2-40B4-BE49-F238E27FC236}">
                <a16:creationId xmlns:a16="http://schemas.microsoft.com/office/drawing/2014/main" id="{3D094562-1769-3CF5-4C5E-3F1A92036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54685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6">
          <a:extLst>
            <a:ext uri="{FF2B5EF4-FFF2-40B4-BE49-F238E27FC236}">
              <a16:creationId xmlns:a16="http://schemas.microsoft.com/office/drawing/2014/main" id="{CA2C5A16-59F6-5219-EE93-8A346C299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7" name="Google Shape;4757;g27741609241_0_62:notes">
            <a:extLst>
              <a:ext uri="{FF2B5EF4-FFF2-40B4-BE49-F238E27FC236}">
                <a16:creationId xmlns:a16="http://schemas.microsoft.com/office/drawing/2014/main" id="{D7F557E5-3E3A-3994-CC26-63D7B85287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8" name="Google Shape;4758;g27741609241_0_62:notes">
            <a:extLst>
              <a:ext uri="{FF2B5EF4-FFF2-40B4-BE49-F238E27FC236}">
                <a16:creationId xmlns:a16="http://schemas.microsoft.com/office/drawing/2014/main" id="{503EBC41-6D07-DABB-9260-CBEB2B675E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8879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D19176CB-FA55-1292-6A67-2DA974E1F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FDD5FC50-8562-AE6E-370F-83A2E305A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439AC2B4-B6CD-FA2B-37D7-B27F661FE4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48214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55CE7F82-9ACA-D2D3-71B8-0F1C80AF0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0B1DEA98-E14D-4095-7D10-95D56F416B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7E6C1A80-8E1B-AFB8-7AF8-383661473B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33241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904B7351-88C5-1499-A94B-56B3594F8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8422C422-3C8D-2A04-62C3-D327DCDE5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04E0DE60-7802-7885-DE17-99AEADFD3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31491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7" name="Google Shape;4757;g27741609241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8" name="Google Shape;4758;g27741609241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2954672" y="2027976"/>
            <a:ext cx="43122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2954672" y="1519425"/>
            <a:ext cx="43122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2954649" y="3619500"/>
            <a:ext cx="43122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2954649" y="3110949"/>
            <a:ext cx="43122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/>
          <p:nvPr/>
        </p:nvSpPr>
        <p:spPr>
          <a:xfrm flipH="1"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" name="Google Shape;36;p5"/>
          <p:cNvCxnSpPr/>
          <p:nvPr/>
        </p:nvCxnSpPr>
        <p:spPr>
          <a:xfrm rot="10800000">
            <a:off x="8864825" y="0"/>
            <a:ext cx="0" cy="413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 flipH="1">
            <a:off x="2052825" y="3573275"/>
            <a:ext cx="55791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00" name="Google Shape;100;p15"/>
          <p:cNvSpPr/>
          <p:nvPr/>
        </p:nvSpPr>
        <p:spPr>
          <a:xfrm flipH="1">
            <a:off x="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5"/>
          <p:cNvCxnSpPr/>
          <p:nvPr/>
        </p:nvCxnSpPr>
        <p:spPr>
          <a:xfrm rot="10800000">
            <a:off x="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_1_2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cxnSp>
        <p:nvCxnSpPr>
          <p:cNvPr id="131" name="Google Shape;131;p19"/>
          <p:cNvCxnSpPr/>
          <p:nvPr/>
        </p:nvCxnSpPr>
        <p:spPr>
          <a:xfrm>
            <a:off x="0" y="262400"/>
            <a:ext cx="228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_1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0" y="0"/>
            <a:ext cx="9144075" cy="5143500"/>
            <a:chOff x="0" y="0"/>
            <a:chExt cx="9144075" cy="5143500"/>
          </a:xfrm>
        </p:grpSpPr>
        <p:sp>
          <p:nvSpPr>
            <p:cNvPr id="134" name="Google Shape;134;p20"/>
            <p:cNvSpPr/>
            <p:nvPr/>
          </p:nvSpPr>
          <p:spPr>
            <a:xfrm>
              <a:off x="4185975" y="4426700"/>
              <a:ext cx="4958100" cy="71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>
              <a:off x="0" y="0"/>
              <a:ext cx="852900" cy="514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4082225" y="544275"/>
            <a:ext cx="4224300" cy="12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2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subTitle" idx="1"/>
          </p:nvPr>
        </p:nvSpPr>
        <p:spPr>
          <a:xfrm>
            <a:off x="4082150" y="1747875"/>
            <a:ext cx="4224300" cy="25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grpSp>
        <p:nvGrpSpPr>
          <p:cNvPr id="138" name="Google Shape;138;p20"/>
          <p:cNvGrpSpPr/>
          <p:nvPr/>
        </p:nvGrpSpPr>
        <p:grpSpPr>
          <a:xfrm>
            <a:off x="150" y="539500"/>
            <a:ext cx="8430625" cy="4604000"/>
            <a:chOff x="150" y="539500"/>
            <a:chExt cx="8430625" cy="4604000"/>
          </a:xfrm>
        </p:grpSpPr>
        <p:cxnSp>
          <p:nvCxnSpPr>
            <p:cNvPr id="139" name="Google Shape;139;p20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" name="Google Shape;140;p20"/>
            <p:cNvCxnSpPr/>
            <p:nvPr/>
          </p:nvCxnSpPr>
          <p:spPr>
            <a:xfrm rot="10800000">
              <a:off x="150" y="539500"/>
              <a:ext cx="4336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1" name="Google Shape;141;p20"/>
          <p:cNvSpPr>
            <a:spLocks noGrp="1"/>
          </p:cNvSpPr>
          <p:nvPr>
            <p:ph type="pic" idx="2"/>
          </p:nvPr>
        </p:nvSpPr>
        <p:spPr>
          <a:xfrm>
            <a:off x="592075" y="544275"/>
            <a:ext cx="3312000" cy="3884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/>
          <p:nvPr/>
        </p:nvSpPr>
        <p:spPr>
          <a:xfrm flipH="1">
            <a:off x="0" y="487590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" name="Google Shape;146;p21"/>
          <p:cNvGrpSpPr/>
          <p:nvPr/>
        </p:nvGrpSpPr>
        <p:grpSpPr>
          <a:xfrm>
            <a:off x="276825" y="267475"/>
            <a:ext cx="8860200" cy="4876025"/>
            <a:chOff x="276825" y="267475"/>
            <a:chExt cx="8860200" cy="4876025"/>
          </a:xfrm>
        </p:grpSpPr>
        <p:cxnSp>
          <p:nvCxnSpPr>
            <p:cNvPr id="147" name="Google Shape;147;p21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p21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3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6"/>
          <p:cNvSpPr txBox="1">
            <a:spLocks noGrp="1"/>
          </p:cNvSpPr>
          <p:nvPr>
            <p:ph type="subTitle" idx="1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subTitle" idx="2"/>
          </p:nvPr>
        </p:nvSpPr>
        <p:spPr>
          <a:xfrm>
            <a:off x="4836725" y="1964500"/>
            <a:ext cx="3200400" cy="18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6"/>
          <p:cNvSpPr/>
          <p:nvPr/>
        </p:nvSpPr>
        <p:spPr>
          <a:xfrm rot="10800000">
            <a:off x="8860200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" name="Google Shape;188;p26"/>
          <p:cNvGrpSpPr/>
          <p:nvPr/>
        </p:nvGrpSpPr>
        <p:grpSpPr>
          <a:xfrm rot="10800000">
            <a:off x="-125" y="267450"/>
            <a:ext cx="9002225" cy="4876050"/>
            <a:chOff x="141900" y="-26"/>
            <a:chExt cx="9002225" cy="4876050"/>
          </a:xfrm>
        </p:grpSpPr>
        <p:cxnSp>
          <p:nvCxnSpPr>
            <p:cNvPr id="189" name="Google Shape;189;p26"/>
            <p:cNvCxnSpPr/>
            <p:nvPr/>
          </p:nvCxnSpPr>
          <p:spPr>
            <a:xfrm>
              <a:off x="7404125" y="4876024"/>
              <a:ext cx="1740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2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subTitle" idx="1"/>
          </p:nvPr>
        </p:nvSpPr>
        <p:spPr>
          <a:xfrm>
            <a:off x="713244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subTitle" idx="2"/>
          </p:nvPr>
        </p:nvSpPr>
        <p:spPr>
          <a:xfrm>
            <a:off x="713244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subTitle" idx="3"/>
          </p:nvPr>
        </p:nvSpPr>
        <p:spPr>
          <a:xfrm>
            <a:off x="6030456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subTitle" idx="4"/>
          </p:nvPr>
        </p:nvSpPr>
        <p:spPr>
          <a:xfrm>
            <a:off x="6030456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ubTitle" idx="5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subTitle" idx="6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subTitle" idx="7"/>
          </p:nvPr>
        </p:nvSpPr>
        <p:spPr>
          <a:xfrm>
            <a:off x="713244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subTitle" idx="8"/>
          </p:nvPr>
        </p:nvSpPr>
        <p:spPr>
          <a:xfrm>
            <a:off x="713244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subTitle" idx="9"/>
          </p:nvPr>
        </p:nvSpPr>
        <p:spPr>
          <a:xfrm>
            <a:off x="3371850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subTitle" idx="13"/>
          </p:nvPr>
        </p:nvSpPr>
        <p:spPr>
          <a:xfrm>
            <a:off x="3371850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51" name="Google Shape;251;p31"/>
          <p:cNvSpPr txBox="1">
            <a:spLocks noGrp="1"/>
          </p:cNvSpPr>
          <p:nvPr>
            <p:ph type="subTitle" idx="14"/>
          </p:nvPr>
        </p:nvSpPr>
        <p:spPr>
          <a:xfrm>
            <a:off x="6030456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31"/>
          <p:cNvSpPr txBox="1">
            <a:spLocks noGrp="1"/>
          </p:cNvSpPr>
          <p:nvPr>
            <p:ph type="subTitle" idx="15"/>
          </p:nvPr>
        </p:nvSpPr>
        <p:spPr>
          <a:xfrm>
            <a:off x="6030456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53" name="Google Shape;253;p31"/>
          <p:cNvSpPr/>
          <p:nvPr/>
        </p:nvSpPr>
        <p:spPr>
          <a:xfrm rot="10800000" flipH="1">
            <a:off x="25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4" name="Google Shape;254;p31"/>
          <p:cNvGrpSpPr/>
          <p:nvPr/>
        </p:nvGrpSpPr>
        <p:grpSpPr>
          <a:xfrm rot="10800000" flipH="1">
            <a:off x="141925" y="267450"/>
            <a:ext cx="9001950" cy="4876050"/>
            <a:chOff x="141900" y="-26"/>
            <a:chExt cx="9001950" cy="4876050"/>
          </a:xfrm>
        </p:grpSpPr>
        <p:cxnSp>
          <p:nvCxnSpPr>
            <p:cNvPr id="255" name="Google Shape;255;p31"/>
            <p:cNvCxnSpPr/>
            <p:nvPr/>
          </p:nvCxnSpPr>
          <p:spPr>
            <a:xfrm>
              <a:off x="7907850" y="4876024"/>
              <a:ext cx="123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" name="Google Shape;256;p31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8" name="Google Shape;268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2" name="Google Shape;272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73" name="Google Shape;273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Google Shape;274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0832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8" r:id="rId4"/>
    <p:sldLayoutId id="2147483661" r:id="rId5"/>
    <p:sldLayoutId id="2147483665" r:id="rId6"/>
    <p:sldLayoutId id="2147483666" r:id="rId7"/>
    <p:sldLayoutId id="2147483667" r:id="rId8"/>
    <p:sldLayoutId id="2147483672" r:id="rId9"/>
    <p:sldLayoutId id="2147483677" r:id="rId10"/>
    <p:sldLayoutId id="2147483679" r:id="rId11"/>
    <p:sldLayoutId id="2147483680" r:id="rId12"/>
    <p:sldLayoutId id="214748368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jp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Background blue background blue design - Free digitally-made illustrations  on creazilla.com">
            <a:extLst>
              <a:ext uri="{FF2B5EF4-FFF2-40B4-BE49-F238E27FC236}">
                <a16:creationId xmlns:a16="http://schemas.microsoft.com/office/drawing/2014/main" id="{0A87C98B-2847-C4AE-2E84-CEB3D8711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9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1" name="Google Shape;291;p41"/>
          <p:cNvSpPr txBox="1">
            <a:spLocks noGrp="1"/>
          </p:cNvSpPr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>
                <a:solidFill>
                  <a:schemeClr val="accent6"/>
                </a:solidFill>
              </a:rPr>
              <a:t>Behind the Merge:</a:t>
            </a:r>
            <a:br>
              <a:rPr lang="en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Lessons from two years</a:t>
            </a:r>
            <a:endParaRPr lang="en" sz="4100" dirty="0">
              <a:solidFill>
                <a:schemeClr val="accent6">
                  <a:lumMod val="7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solidFill>
                  <a:schemeClr val="accent6">
                    <a:lumMod val="75000"/>
                  </a:schemeClr>
                </a:solidFill>
              </a:rPr>
              <a:t>as a student open-source contributor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92" name="Google Shape;292;p41"/>
          <p:cNvSpPr txBox="1">
            <a:spLocks noGrp="1"/>
          </p:cNvSpPr>
          <p:nvPr>
            <p:ph type="subTitle" idx="1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Shubham Singh, Obmondo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4"/>
          <p:cNvSpPr txBox="1">
            <a:spLocks noGrp="1"/>
          </p:cNvSpPr>
          <p:nvPr>
            <p:ph type="title"/>
          </p:nvPr>
        </p:nvSpPr>
        <p:spPr>
          <a:xfrm>
            <a:off x="4082225" y="544275"/>
            <a:ext cx="4224300" cy="12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b="1" dirty="0"/>
              <a:t>Hey!</a:t>
            </a:r>
            <a:r>
              <a:rPr lang="en" sz="4800" b="1" dirty="0">
                <a:solidFill>
                  <a:schemeClr val="dk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endParaRPr b="1" dirty="0"/>
          </a:p>
        </p:txBody>
      </p:sp>
      <p:sp>
        <p:nvSpPr>
          <p:cNvPr id="328" name="Google Shape;328;p44"/>
          <p:cNvSpPr txBox="1">
            <a:spLocks noGrp="1"/>
          </p:cNvSpPr>
          <p:nvPr>
            <p:ph type="subTitle" idx="1"/>
          </p:nvPr>
        </p:nvSpPr>
        <p:spPr>
          <a:xfrm>
            <a:off x="4082150" y="1747875"/>
            <a:ext cx="4224300" cy="25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/>
              <a:t>This is Shubham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SRE Intern @Obmondo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Computer Science Student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LFX’24 graduated mentee</a:t>
            </a:r>
          </a:p>
          <a:p>
            <a:r>
              <a:rPr lang="en-IN" dirty="0"/>
              <a:t>Certified Kubernetes Administrator</a:t>
            </a:r>
            <a:endParaRPr lang="en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Org member at KubeEdge</a:t>
            </a:r>
          </a:p>
        </p:txBody>
      </p:sp>
      <p:pic>
        <p:nvPicPr>
          <p:cNvPr id="4" name="Google Shape;149;g31ed28cfa71_0_312">
            <a:extLst>
              <a:ext uri="{FF2B5EF4-FFF2-40B4-BE49-F238E27FC236}">
                <a16:creationId xmlns:a16="http://schemas.microsoft.com/office/drawing/2014/main" id="{368DDA4A-F682-6809-C7FB-3D4B57061FE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3188" y="1404325"/>
            <a:ext cx="1902975" cy="1902975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</p:pic>
      <p:sp>
        <p:nvSpPr>
          <p:cNvPr id="5" name="Google Shape;150;g31ed28cfa71_0_312">
            <a:extLst>
              <a:ext uri="{FF2B5EF4-FFF2-40B4-BE49-F238E27FC236}">
                <a16:creationId xmlns:a16="http://schemas.microsoft.com/office/drawing/2014/main" id="{8E978626-D991-484A-6290-28CF78A58439}"/>
              </a:ext>
            </a:extLst>
          </p:cNvPr>
          <p:cNvSpPr txBox="1"/>
          <p:nvPr/>
        </p:nvSpPr>
        <p:spPr>
          <a:xfrm>
            <a:off x="1285263" y="3464275"/>
            <a:ext cx="2338800" cy="5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GitHub: @1shubham7</a:t>
            </a:r>
            <a:endParaRPr sz="1200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Twitter: @1shubham7</a:t>
            </a:r>
            <a:endParaRPr sz="1200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/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/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/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/>
          <p:cNvSpPr txBox="1">
            <a:spLocks noGrp="1"/>
          </p:cNvSpPr>
          <p:nvPr>
            <p:ph type="title"/>
          </p:nvPr>
        </p:nvSpPr>
        <p:spPr>
          <a:xfrm>
            <a:off x="1512075" y="2036300"/>
            <a:ext cx="3027839" cy="8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err="1"/>
              <a:t>KubeEdge</a:t>
            </a:r>
            <a:endParaRPr dirty="0"/>
          </a:p>
        </p:txBody>
      </p:sp>
      <p:sp>
        <p:nvSpPr>
          <p:cNvPr id="338" name="Google Shape;338;p45"/>
          <p:cNvSpPr txBox="1">
            <a:spLocks noGrp="1"/>
          </p:cNvSpPr>
          <p:nvPr>
            <p:ph type="title" idx="2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37;p45">
            <a:extLst>
              <a:ext uri="{FF2B5EF4-FFF2-40B4-BE49-F238E27FC236}">
                <a16:creationId xmlns:a16="http://schemas.microsoft.com/office/drawing/2014/main" id="{9352A811-BCDD-DFF4-8FB3-DD0D2BE03D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3027839" cy="8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err="1"/>
              <a:t>KubeEdge</a:t>
            </a:r>
            <a:endParaRPr dirty="0"/>
          </a:p>
        </p:txBody>
      </p:sp>
      <p:grpSp>
        <p:nvGrpSpPr>
          <p:cNvPr id="2" name="Google Shape;257;g31ed28cfa71_0_429">
            <a:extLst>
              <a:ext uri="{FF2B5EF4-FFF2-40B4-BE49-F238E27FC236}">
                <a16:creationId xmlns:a16="http://schemas.microsoft.com/office/drawing/2014/main" id="{B7787A25-8DD2-36C6-012F-710271F6CC82}"/>
              </a:ext>
            </a:extLst>
          </p:cNvPr>
          <p:cNvGrpSpPr/>
          <p:nvPr/>
        </p:nvGrpSpPr>
        <p:grpSpPr>
          <a:xfrm>
            <a:off x="619146" y="1005791"/>
            <a:ext cx="7470766" cy="2429264"/>
            <a:chOff x="1689258" y="1486207"/>
            <a:chExt cx="8547788" cy="2663667"/>
          </a:xfrm>
        </p:grpSpPr>
        <p:grpSp>
          <p:nvGrpSpPr>
            <p:cNvPr id="3" name="Google Shape;258;g31ed28cfa71_0_429">
              <a:extLst>
                <a:ext uri="{FF2B5EF4-FFF2-40B4-BE49-F238E27FC236}">
                  <a16:creationId xmlns:a16="http://schemas.microsoft.com/office/drawing/2014/main" id="{2E26DCD4-CF15-E9E8-1CBF-F09F1E49A3DB}"/>
                </a:ext>
              </a:extLst>
            </p:cNvPr>
            <p:cNvGrpSpPr/>
            <p:nvPr/>
          </p:nvGrpSpPr>
          <p:grpSpPr>
            <a:xfrm>
              <a:off x="1689258" y="1576607"/>
              <a:ext cx="391881" cy="2501881"/>
              <a:chOff x="853912" y="1811009"/>
              <a:chExt cx="495300" cy="3162135"/>
            </a:xfrm>
          </p:grpSpPr>
          <p:pic>
            <p:nvPicPr>
              <p:cNvPr id="46" name="Google Shape;259;g31ed28cfa71_0_429">
                <a:extLst>
                  <a:ext uri="{FF2B5EF4-FFF2-40B4-BE49-F238E27FC236}">
                    <a16:creationId xmlns:a16="http://schemas.microsoft.com/office/drawing/2014/main" id="{C1716E1C-6FA9-F913-086D-C3350B6FE5DF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-6041" t="-11411" r="-6041" b="-11423"/>
              <a:stretch/>
            </p:blipFill>
            <p:spPr>
              <a:xfrm>
                <a:off x="853912" y="1811009"/>
                <a:ext cx="495300" cy="4953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pic>
            <p:nvPicPr>
              <p:cNvPr id="47" name="Google Shape;260;g31ed28cfa71_0_429">
                <a:extLst>
                  <a:ext uri="{FF2B5EF4-FFF2-40B4-BE49-F238E27FC236}">
                    <a16:creationId xmlns:a16="http://schemas.microsoft.com/office/drawing/2014/main" id="{BB6719DA-7946-BD56-D17D-1E523253DB40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-5236" t="-11169" r="-17103" b="-11169"/>
              <a:stretch/>
            </p:blipFill>
            <p:spPr>
              <a:xfrm>
                <a:off x="853912" y="2477718"/>
                <a:ext cx="495300" cy="4953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pic>
            <p:nvPicPr>
              <p:cNvPr id="48" name="Google Shape;261;g31ed28cfa71_0_429">
                <a:extLst>
                  <a:ext uri="{FF2B5EF4-FFF2-40B4-BE49-F238E27FC236}">
                    <a16:creationId xmlns:a16="http://schemas.microsoft.com/office/drawing/2014/main" id="{377E71F9-90C7-E3C7-1AB5-6BF041FDAC45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l="-7817" t="-4584" r="-7829" b="-4573"/>
              <a:stretch/>
            </p:blipFill>
            <p:spPr>
              <a:xfrm>
                <a:off x="853912" y="3144427"/>
                <a:ext cx="495300" cy="4953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pic>
            <p:nvPicPr>
              <p:cNvPr id="49" name="Google Shape;262;g31ed28cfa71_0_429">
                <a:extLst>
                  <a:ext uri="{FF2B5EF4-FFF2-40B4-BE49-F238E27FC236}">
                    <a16:creationId xmlns:a16="http://schemas.microsoft.com/office/drawing/2014/main" id="{D295F029-1868-E865-2FD6-52656476D01E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 t="-7194" b="-7182"/>
              <a:stretch/>
            </p:blipFill>
            <p:spPr>
              <a:xfrm>
                <a:off x="853912" y="3811136"/>
                <a:ext cx="495300" cy="4953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pic>
            <p:nvPicPr>
              <p:cNvPr id="50" name="Google Shape;263;g31ed28cfa71_0_429">
                <a:extLst>
                  <a:ext uri="{FF2B5EF4-FFF2-40B4-BE49-F238E27FC236}">
                    <a16:creationId xmlns:a16="http://schemas.microsoft.com/office/drawing/2014/main" id="{FE9E2472-C4BE-4CB6-A995-60C0EA60FF5F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t="-7724" b="-1840"/>
              <a:stretch/>
            </p:blipFill>
            <p:spPr>
              <a:xfrm>
                <a:off x="853912" y="4477844"/>
                <a:ext cx="495300" cy="4953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</p:grpSp>
        <p:sp>
          <p:nvSpPr>
            <p:cNvPr id="4" name="Google Shape;264;g31ed28cfa71_0_429">
              <a:extLst>
                <a:ext uri="{FF2B5EF4-FFF2-40B4-BE49-F238E27FC236}">
                  <a16:creationId xmlns:a16="http://schemas.microsoft.com/office/drawing/2014/main" id="{A79B3E6E-1C97-37A1-792D-A047D867E386}"/>
                </a:ext>
              </a:extLst>
            </p:cNvPr>
            <p:cNvSpPr/>
            <p:nvPr/>
          </p:nvSpPr>
          <p:spPr>
            <a:xfrm>
              <a:off x="2082126" y="2447544"/>
              <a:ext cx="8901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700" b="1" i="0" u="none" strike="noStrike" cap="none">
                  <a:solidFill>
                    <a:srgbClr val="415463"/>
                  </a:solidFill>
                  <a:latin typeface="Arial"/>
                  <a:ea typeface="Arial"/>
                  <a:cs typeface="Arial"/>
                  <a:sym typeface="Arial"/>
                </a:rPr>
                <a:t>Device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700" b="1" i="0" u="none" strike="noStrike" cap="none">
                  <a:solidFill>
                    <a:srgbClr val="415463"/>
                  </a:solidFill>
                  <a:latin typeface="Arial"/>
                  <a:ea typeface="Arial"/>
                  <a:cs typeface="Arial"/>
                  <a:sym typeface="Arial"/>
                </a:rPr>
                <a:t>Management</a:t>
              </a:r>
              <a:endParaRPr sz="700" b="1" i="0" u="none" strike="noStrike" cap="none">
                <a:solidFill>
                  <a:srgbClr val="4154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265;g31ed28cfa71_0_429">
              <a:extLst>
                <a:ext uri="{FF2B5EF4-FFF2-40B4-BE49-F238E27FC236}">
                  <a16:creationId xmlns:a16="http://schemas.microsoft.com/office/drawing/2014/main" id="{C4FD4C26-E423-11E4-8DB4-7026C15A28A2}"/>
                </a:ext>
              </a:extLst>
            </p:cNvPr>
            <p:cNvSpPr/>
            <p:nvPr/>
          </p:nvSpPr>
          <p:spPr>
            <a:xfrm>
              <a:off x="2080723" y="2937624"/>
              <a:ext cx="880500" cy="18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700" b="1" i="0" u="none" strike="noStrike" cap="none">
                  <a:solidFill>
                    <a:srgbClr val="415463"/>
                  </a:solidFill>
                  <a:latin typeface="Arial"/>
                  <a:ea typeface="Arial"/>
                  <a:cs typeface="Arial"/>
                  <a:sym typeface="Arial"/>
                </a:rPr>
                <a:t>Data Access</a:t>
              </a:r>
              <a:endParaRPr sz="700" b="1" i="0" u="none" strike="noStrike" cap="none">
                <a:solidFill>
                  <a:srgbClr val="4154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" name="Google Shape;266;g31ed28cfa71_0_429">
              <a:extLst>
                <a:ext uri="{FF2B5EF4-FFF2-40B4-BE49-F238E27FC236}">
                  <a16:creationId xmlns:a16="http://schemas.microsoft.com/office/drawing/2014/main" id="{7D8D82AA-5EF4-79D3-3206-EC91D8860B7C}"/>
                </a:ext>
              </a:extLst>
            </p:cNvPr>
            <p:cNvCxnSpPr/>
            <p:nvPr/>
          </p:nvCxnSpPr>
          <p:spPr>
            <a:xfrm>
              <a:off x="2150388" y="2863068"/>
              <a:ext cx="741000" cy="0"/>
            </a:xfrm>
            <a:prstGeom prst="straightConnector1">
              <a:avLst/>
            </a:prstGeom>
            <a:noFill/>
            <a:ln w="57150" cap="flat" cmpd="sng">
              <a:solidFill>
                <a:srgbClr val="C0504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0" name="Google Shape;267;g31ed28cfa71_0_429">
              <a:extLst>
                <a:ext uri="{FF2B5EF4-FFF2-40B4-BE49-F238E27FC236}">
                  <a16:creationId xmlns:a16="http://schemas.microsoft.com/office/drawing/2014/main" id="{A6A31EAD-6E43-1D25-99F5-2F0056600BD1}"/>
                </a:ext>
              </a:extLst>
            </p:cNvPr>
            <p:cNvSpPr/>
            <p:nvPr/>
          </p:nvSpPr>
          <p:spPr>
            <a:xfrm>
              <a:off x="2937061" y="3209998"/>
              <a:ext cx="3132000" cy="449400"/>
            </a:xfrm>
            <a:prstGeom prst="roundRect">
              <a:avLst>
                <a:gd name="adj" fmla="val 3636"/>
              </a:avLst>
            </a:prstGeom>
            <a:solidFill>
              <a:srgbClr val="F2F2F2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268;g31ed28cfa71_0_429">
              <a:extLst>
                <a:ext uri="{FF2B5EF4-FFF2-40B4-BE49-F238E27FC236}">
                  <a16:creationId xmlns:a16="http://schemas.microsoft.com/office/drawing/2014/main" id="{C0FE5005-1DB2-0C50-64A5-1456959F933B}"/>
                </a:ext>
              </a:extLst>
            </p:cNvPr>
            <p:cNvSpPr/>
            <p:nvPr/>
          </p:nvSpPr>
          <p:spPr>
            <a:xfrm>
              <a:off x="2937061" y="2127852"/>
              <a:ext cx="3132000" cy="971700"/>
            </a:xfrm>
            <a:prstGeom prst="roundRect">
              <a:avLst>
                <a:gd name="adj" fmla="val 3636"/>
              </a:avLst>
            </a:prstGeom>
            <a:solidFill>
              <a:srgbClr val="F2F2F2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1100" b="1" i="0" u="none" strike="noStrike" cap="none">
                  <a:solidFill>
                    <a:srgbClr val="C0504D"/>
                  </a:solidFill>
                  <a:latin typeface="Arial"/>
                  <a:ea typeface="Arial"/>
                  <a:cs typeface="Arial"/>
                  <a:sym typeface="Arial"/>
                </a:rPr>
                <a:t>KubeEdge - EdgeCore</a:t>
              </a:r>
              <a:endParaRPr sz="1100" b="1" i="0" u="none" strike="noStrike" cap="non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269;g31ed28cfa71_0_429">
              <a:extLst>
                <a:ext uri="{FF2B5EF4-FFF2-40B4-BE49-F238E27FC236}">
                  <a16:creationId xmlns:a16="http://schemas.microsoft.com/office/drawing/2014/main" id="{716ECD84-3652-0427-627A-3FDDABBE99A9}"/>
                </a:ext>
              </a:extLst>
            </p:cNvPr>
            <p:cNvSpPr/>
            <p:nvPr/>
          </p:nvSpPr>
          <p:spPr>
            <a:xfrm>
              <a:off x="6037523" y="2600007"/>
              <a:ext cx="1075500" cy="56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noAutofit/>
            </a:bodyPr>
            <a:lstStyle/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b="1" i="0" u="none" strike="noStrike" cap="none">
                  <a:solidFill>
                    <a:srgbClr val="415463"/>
                  </a:solidFill>
                  <a:latin typeface="Arial"/>
                  <a:ea typeface="Arial"/>
                  <a:cs typeface="Arial"/>
                  <a:sym typeface="Arial"/>
                </a:rPr>
                <a:t>Cloud - Edge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1" i="0" u="none" strike="noStrike" cap="none">
                <a:solidFill>
                  <a:srgbClr val="4154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b="1" i="0" u="none" strike="noStrike" cap="none">
                  <a:solidFill>
                    <a:srgbClr val="415463"/>
                  </a:solidFill>
                  <a:latin typeface="Arial"/>
                  <a:ea typeface="Arial"/>
                  <a:cs typeface="Arial"/>
                  <a:sym typeface="Arial"/>
                </a:rPr>
                <a:t>Coordination</a:t>
              </a:r>
              <a:endParaRPr sz="800" b="1" i="0" u="none" strike="noStrike" cap="none">
                <a:solidFill>
                  <a:srgbClr val="4154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270;g31ed28cfa71_0_429">
              <a:extLst>
                <a:ext uri="{FF2B5EF4-FFF2-40B4-BE49-F238E27FC236}">
                  <a16:creationId xmlns:a16="http://schemas.microsoft.com/office/drawing/2014/main" id="{35C734F8-E0F9-3193-74D8-084213446369}"/>
                </a:ext>
              </a:extLst>
            </p:cNvPr>
            <p:cNvSpPr txBox="1"/>
            <p:nvPr/>
          </p:nvSpPr>
          <p:spPr>
            <a:xfrm>
              <a:off x="5711872" y="1558061"/>
              <a:ext cx="381900" cy="18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9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3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1100" b="1" i="0" u="none" strike="noStrike" cap="none">
                  <a:solidFill>
                    <a:srgbClr val="1D1D1A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 sz="1100" b="1" i="0" u="none" strike="noStrike" cap="non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" name="Google Shape;271;g31ed28cfa71_0_429">
              <a:extLst>
                <a:ext uri="{FF2B5EF4-FFF2-40B4-BE49-F238E27FC236}">
                  <a16:creationId xmlns:a16="http://schemas.microsoft.com/office/drawing/2014/main" id="{4E54D41C-060B-EAED-58C9-13E301BE5F72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453361" y="3855547"/>
              <a:ext cx="861609" cy="15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72;g31ed28cfa71_0_429" descr="mage result for x86">
              <a:extLst>
                <a:ext uri="{FF2B5EF4-FFF2-40B4-BE49-F238E27FC236}">
                  <a16:creationId xmlns:a16="http://schemas.microsoft.com/office/drawing/2014/main" id="{A8DB03E2-9432-BB42-94C9-172182F4C099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770626" y="3735380"/>
              <a:ext cx="436286" cy="4144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73;g31ed28cfa71_0_429" descr="mage result for arm cpu">
              <a:extLst>
                <a:ext uri="{FF2B5EF4-FFF2-40B4-BE49-F238E27FC236}">
                  <a16:creationId xmlns:a16="http://schemas.microsoft.com/office/drawing/2014/main" id="{402D74E6-101D-827C-4E04-DFD7DD95D0F5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042669" y="3815114"/>
              <a:ext cx="400680" cy="2311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74;g31ed28cfa71_0_429">
              <a:extLst>
                <a:ext uri="{FF2B5EF4-FFF2-40B4-BE49-F238E27FC236}">
                  <a16:creationId xmlns:a16="http://schemas.microsoft.com/office/drawing/2014/main" id="{12F6A556-E43F-3F9A-B87B-E7D970A9FA74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 l="-2268" t="-2268" r="-2257" b="-2257"/>
            <a:stretch/>
          </p:blipFill>
          <p:spPr>
            <a:xfrm>
              <a:off x="2992673" y="3285558"/>
              <a:ext cx="345482" cy="2839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18" name="Google Shape;275;g31ed28cfa71_0_429" descr="Image result for mosquitto">
              <a:extLst>
                <a:ext uri="{FF2B5EF4-FFF2-40B4-BE49-F238E27FC236}">
                  <a16:creationId xmlns:a16="http://schemas.microsoft.com/office/drawing/2014/main" id="{7BC4B463-8C87-6C80-8BA9-7D40B6CB3CAD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 t="-6308" b="22968"/>
            <a:stretch/>
          </p:blipFill>
          <p:spPr>
            <a:xfrm>
              <a:off x="4073921" y="3311749"/>
              <a:ext cx="280751" cy="220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19" name="Google Shape;276;g31ed28cfa71_0_429">
              <a:extLst>
                <a:ext uri="{FF2B5EF4-FFF2-40B4-BE49-F238E27FC236}">
                  <a16:creationId xmlns:a16="http://schemas.microsoft.com/office/drawing/2014/main" id="{37A46AF6-92E9-D4B4-0D83-6CE375684BA9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 l="13094" t="5843" r="15118" b="4389"/>
            <a:stretch/>
          </p:blipFill>
          <p:spPr>
            <a:xfrm>
              <a:off x="4427163" y="3306208"/>
              <a:ext cx="220163" cy="2316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77;g31ed28cfa71_0_429">
              <a:extLst>
                <a:ext uri="{FF2B5EF4-FFF2-40B4-BE49-F238E27FC236}">
                  <a16:creationId xmlns:a16="http://schemas.microsoft.com/office/drawing/2014/main" id="{6D3BDD44-5B4B-FA55-E4D5-D08028F04834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719817" y="3285558"/>
              <a:ext cx="198820" cy="27295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" name="Google Shape;278;g31ed28cfa71_0_429">
              <a:extLst>
                <a:ext uri="{FF2B5EF4-FFF2-40B4-BE49-F238E27FC236}">
                  <a16:creationId xmlns:a16="http://schemas.microsoft.com/office/drawing/2014/main" id="{DD44A8FD-82A4-AC7A-4C91-AB9E0D362FDD}"/>
                </a:ext>
              </a:extLst>
            </p:cNvPr>
            <p:cNvCxnSpPr/>
            <p:nvPr/>
          </p:nvCxnSpPr>
          <p:spPr>
            <a:xfrm>
              <a:off x="6079497" y="2899848"/>
              <a:ext cx="977400" cy="0"/>
            </a:xfrm>
            <a:prstGeom prst="straightConnector1">
              <a:avLst/>
            </a:prstGeom>
            <a:noFill/>
            <a:ln w="57150" cap="flat" cmpd="sng">
              <a:solidFill>
                <a:srgbClr val="326CE5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2" name="Google Shape;279;g31ed28cfa71_0_429">
              <a:extLst>
                <a:ext uri="{FF2B5EF4-FFF2-40B4-BE49-F238E27FC236}">
                  <a16:creationId xmlns:a16="http://schemas.microsoft.com/office/drawing/2014/main" id="{06285369-81BB-D909-3FD7-86972C6F3772}"/>
                </a:ext>
              </a:extLst>
            </p:cNvPr>
            <p:cNvSpPr/>
            <p:nvPr/>
          </p:nvSpPr>
          <p:spPr>
            <a:xfrm>
              <a:off x="3063839" y="2456867"/>
              <a:ext cx="1138200" cy="236100"/>
            </a:xfrm>
            <a:prstGeom prst="roundRect">
              <a:avLst>
                <a:gd name="adj" fmla="val 16667"/>
              </a:avLst>
            </a:prstGeom>
            <a:solidFill>
              <a:srgbClr val="C0504D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Edged</a:t>
              </a: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80;g31ed28cfa71_0_429">
              <a:extLst>
                <a:ext uri="{FF2B5EF4-FFF2-40B4-BE49-F238E27FC236}">
                  <a16:creationId xmlns:a16="http://schemas.microsoft.com/office/drawing/2014/main" id="{C42C7FDA-4079-06B5-5335-680B1B6E6C4C}"/>
                </a:ext>
              </a:extLst>
            </p:cNvPr>
            <p:cNvSpPr/>
            <p:nvPr/>
          </p:nvSpPr>
          <p:spPr>
            <a:xfrm>
              <a:off x="4365458" y="2457297"/>
              <a:ext cx="1542900" cy="236100"/>
            </a:xfrm>
            <a:prstGeom prst="roundRect">
              <a:avLst>
                <a:gd name="adj" fmla="val 16667"/>
              </a:avLst>
            </a:prstGeom>
            <a:solidFill>
              <a:srgbClr val="C0504D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Meta Manager</a:t>
              </a: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81;g31ed28cfa71_0_429">
              <a:extLst>
                <a:ext uri="{FF2B5EF4-FFF2-40B4-BE49-F238E27FC236}">
                  <a16:creationId xmlns:a16="http://schemas.microsoft.com/office/drawing/2014/main" id="{85E0A6F0-BBC1-E703-71E2-9745E4FE9593}"/>
                </a:ext>
              </a:extLst>
            </p:cNvPr>
            <p:cNvSpPr/>
            <p:nvPr/>
          </p:nvSpPr>
          <p:spPr>
            <a:xfrm>
              <a:off x="3063837" y="2780250"/>
              <a:ext cx="839400" cy="236100"/>
            </a:xfrm>
            <a:prstGeom prst="roundRect">
              <a:avLst>
                <a:gd name="adj" fmla="val 16667"/>
              </a:avLst>
            </a:prstGeom>
            <a:solidFill>
              <a:srgbClr val="C0504D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EventBus</a:t>
              </a: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82;g31ed28cfa71_0_429">
              <a:extLst>
                <a:ext uri="{FF2B5EF4-FFF2-40B4-BE49-F238E27FC236}">
                  <a16:creationId xmlns:a16="http://schemas.microsoft.com/office/drawing/2014/main" id="{EBECD2E0-11F2-EE8D-5E83-624C5F992FA9}"/>
                </a:ext>
              </a:extLst>
            </p:cNvPr>
            <p:cNvSpPr/>
            <p:nvPr/>
          </p:nvSpPr>
          <p:spPr>
            <a:xfrm>
              <a:off x="4055814" y="2780250"/>
              <a:ext cx="903300" cy="236100"/>
            </a:xfrm>
            <a:prstGeom prst="roundRect">
              <a:avLst>
                <a:gd name="adj" fmla="val 16667"/>
              </a:avLst>
            </a:prstGeom>
            <a:solidFill>
              <a:srgbClr val="C0504D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DeviceTwin</a:t>
              </a:r>
              <a:endParaRPr sz="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83;g31ed28cfa71_0_429">
              <a:extLst>
                <a:ext uri="{FF2B5EF4-FFF2-40B4-BE49-F238E27FC236}">
                  <a16:creationId xmlns:a16="http://schemas.microsoft.com/office/drawing/2014/main" id="{ACB10D82-8323-276A-ED7B-60C0082D19C0}"/>
                </a:ext>
              </a:extLst>
            </p:cNvPr>
            <p:cNvSpPr/>
            <p:nvPr/>
          </p:nvSpPr>
          <p:spPr>
            <a:xfrm>
              <a:off x="5111681" y="2780250"/>
              <a:ext cx="809400" cy="236100"/>
            </a:xfrm>
            <a:prstGeom prst="roundRect">
              <a:avLst>
                <a:gd name="adj" fmla="val 16667"/>
              </a:avLst>
            </a:prstGeom>
            <a:solidFill>
              <a:srgbClr val="C0504D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EdgeHub</a:t>
              </a: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84;g31ed28cfa71_0_429">
              <a:extLst>
                <a:ext uri="{FF2B5EF4-FFF2-40B4-BE49-F238E27FC236}">
                  <a16:creationId xmlns:a16="http://schemas.microsoft.com/office/drawing/2014/main" id="{996F1A02-B06C-3D9D-433E-212966F28C17}"/>
                </a:ext>
              </a:extLst>
            </p:cNvPr>
            <p:cNvSpPr/>
            <p:nvPr/>
          </p:nvSpPr>
          <p:spPr>
            <a:xfrm>
              <a:off x="2937061" y="3741076"/>
              <a:ext cx="3132000" cy="378300"/>
            </a:xfrm>
            <a:prstGeom prst="roundRect">
              <a:avLst>
                <a:gd name="adj" fmla="val 3636"/>
              </a:avLst>
            </a:prstGeom>
            <a:noFill/>
            <a:ln w="12700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5;g31ed28cfa71_0_429">
              <a:extLst>
                <a:ext uri="{FF2B5EF4-FFF2-40B4-BE49-F238E27FC236}">
                  <a16:creationId xmlns:a16="http://schemas.microsoft.com/office/drawing/2014/main" id="{68D0FEA8-FD19-C1B5-49B2-7C32FB24E9CD}"/>
                </a:ext>
              </a:extLst>
            </p:cNvPr>
            <p:cNvSpPr/>
            <p:nvPr/>
          </p:nvSpPr>
          <p:spPr>
            <a:xfrm>
              <a:off x="2937061" y="1486207"/>
              <a:ext cx="3132000" cy="570300"/>
            </a:xfrm>
            <a:prstGeom prst="roundRect">
              <a:avLst>
                <a:gd name="adj" fmla="val 3636"/>
              </a:avLst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900" b="1" i="0" u="none" strike="noStrike" cap="non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" name="Google Shape;286;g31ed28cfa71_0_429">
              <a:extLst>
                <a:ext uri="{FF2B5EF4-FFF2-40B4-BE49-F238E27FC236}">
                  <a16:creationId xmlns:a16="http://schemas.microsoft.com/office/drawing/2014/main" id="{5EBB70C6-D337-9670-A83D-A24B7F815CA2}"/>
                </a:ext>
              </a:extLst>
            </p:cNvPr>
            <p:cNvGrpSpPr/>
            <p:nvPr/>
          </p:nvGrpSpPr>
          <p:grpSpPr>
            <a:xfrm>
              <a:off x="7105428" y="1779313"/>
              <a:ext cx="3131617" cy="1675876"/>
              <a:chOff x="7458954" y="1932252"/>
              <a:chExt cx="3865239" cy="2177028"/>
            </a:xfrm>
          </p:grpSpPr>
          <p:sp>
            <p:nvSpPr>
              <p:cNvPr id="41" name="Google Shape;287;g31ed28cfa71_0_429">
                <a:extLst>
                  <a:ext uri="{FF2B5EF4-FFF2-40B4-BE49-F238E27FC236}">
                    <a16:creationId xmlns:a16="http://schemas.microsoft.com/office/drawing/2014/main" id="{A45623FA-9DC4-2A5C-8984-D435E302032C}"/>
                  </a:ext>
                </a:extLst>
              </p:cNvPr>
              <p:cNvSpPr/>
              <p:nvPr/>
            </p:nvSpPr>
            <p:spPr>
              <a:xfrm>
                <a:off x="7491775" y="1932252"/>
                <a:ext cx="3832418" cy="2177028"/>
              </a:xfrm>
              <a:custGeom>
                <a:avLst/>
                <a:gdLst/>
                <a:ahLst/>
                <a:cxnLst/>
                <a:rect l="l" t="t" r="r" b="b"/>
                <a:pathLst>
                  <a:path w="21229" h="21559" extrusionOk="0">
                    <a:moveTo>
                      <a:pt x="2877" y="21559"/>
                    </a:moveTo>
                    <a:lnTo>
                      <a:pt x="19171" y="21559"/>
                    </a:lnTo>
                    <a:cubicBezTo>
                      <a:pt x="19768" y="21347"/>
                      <a:pt x="20303" y="20765"/>
                      <a:pt x="20680" y="19916"/>
                    </a:cubicBezTo>
                    <a:cubicBezTo>
                      <a:pt x="21040" y="19106"/>
                      <a:pt x="21234" y="18102"/>
                      <a:pt x="21229" y="17071"/>
                    </a:cubicBezTo>
                    <a:cubicBezTo>
                      <a:pt x="21234" y="15974"/>
                      <a:pt x="20999" y="14916"/>
                      <a:pt x="20574" y="14120"/>
                    </a:cubicBezTo>
                    <a:cubicBezTo>
                      <a:pt x="20168" y="13361"/>
                      <a:pt x="19619" y="12897"/>
                      <a:pt x="19032" y="12815"/>
                    </a:cubicBezTo>
                    <a:cubicBezTo>
                      <a:pt x="18993" y="11058"/>
                      <a:pt x="18571" y="9410"/>
                      <a:pt x="17853" y="8198"/>
                    </a:cubicBezTo>
                    <a:cubicBezTo>
                      <a:pt x="17169" y="7043"/>
                      <a:pt x="16264" y="6380"/>
                      <a:pt x="15313" y="6355"/>
                    </a:cubicBezTo>
                    <a:cubicBezTo>
                      <a:pt x="14162" y="2482"/>
                      <a:pt x="11907" y="42"/>
                      <a:pt x="9439" y="1"/>
                    </a:cubicBezTo>
                    <a:cubicBezTo>
                      <a:pt x="6955" y="-41"/>
                      <a:pt x="4660" y="2354"/>
                      <a:pt x="3474" y="6227"/>
                    </a:cubicBezTo>
                    <a:cubicBezTo>
                      <a:pt x="1118" y="7300"/>
                      <a:pt x="-366" y="11428"/>
                      <a:pt x="78" y="15671"/>
                    </a:cubicBezTo>
                    <a:cubicBezTo>
                      <a:pt x="361" y="18371"/>
                      <a:pt x="1424" y="20608"/>
                      <a:pt x="2877" y="21559"/>
                    </a:cubicBezTo>
                    <a:close/>
                  </a:path>
                </a:pathLst>
              </a:custGeom>
              <a:noFill/>
              <a:ln w="57150" cap="flat" cmpd="sng">
                <a:solidFill>
                  <a:srgbClr val="2D91E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  <p:txBody>
              <a:bodyPr spcFirstLastPara="1" wrap="square" lIns="26775" tIns="26775" rIns="26775" bIns="267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288;g31ed28cfa71_0_429">
                <a:extLst>
                  <a:ext uri="{FF2B5EF4-FFF2-40B4-BE49-F238E27FC236}">
                    <a16:creationId xmlns:a16="http://schemas.microsoft.com/office/drawing/2014/main" id="{8A3EB93A-DF02-E5B6-102D-71FE23BD1DF2}"/>
                  </a:ext>
                </a:extLst>
              </p:cNvPr>
              <p:cNvSpPr txBox="1"/>
              <p:nvPr/>
            </p:nvSpPr>
            <p:spPr>
              <a:xfrm>
                <a:off x="8006792" y="2530577"/>
                <a:ext cx="2399700" cy="33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1100" b="1" i="0" u="none" strike="noStrike" cap="none">
                    <a:solidFill>
                      <a:srgbClr val="326CE5"/>
                    </a:solidFill>
                    <a:latin typeface="Arial"/>
                    <a:ea typeface="Arial"/>
                    <a:cs typeface="Arial"/>
                    <a:sym typeface="Arial"/>
                  </a:rPr>
                  <a:t>KubeEdge - CloudCore</a:t>
                </a:r>
                <a:endParaRPr sz="1100" b="1" i="0" u="none" strike="noStrike" cap="none">
                  <a:solidFill>
                    <a:srgbClr val="326CE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289;g31ed28cfa71_0_429">
                <a:extLst>
                  <a:ext uri="{FF2B5EF4-FFF2-40B4-BE49-F238E27FC236}">
                    <a16:creationId xmlns:a16="http://schemas.microsoft.com/office/drawing/2014/main" id="{5E14A1AF-D5B0-FA55-752F-DB054D31EF8F}"/>
                  </a:ext>
                </a:extLst>
              </p:cNvPr>
              <p:cNvSpPr/>
              <p:nvPr/>
            </p:nvSpPr>
            <p:spPr>
              <a:xfrm>
                <a:off x="7458954" y="2998546"/>
                <a:ext cx="992400" cy="327000"/>
              </a:xfrm>
              <a:prstGeom prst="roundRect">
                <a:avLst>
                  <a:gd name="adj" fmla="val 16667"/>
                </a:avLst>
              </a:prstGeom>
              <a:solidFill>
                <a:srgbClr val="326CE5"/>
              </a:solidFill>
              <a:ln>
                <a:noFill/>
              </a:ln>
            </p:spPr>
            <p:txBody>
              <a:bodyPr spcFirstLastPara="1" wrap="square" lIns="26975" tIns="34275" rIns="269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CloudHub</a:t>
                </a:r>
                <a:endParaRPr sz="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290;g31ed28cfa71_0_429">
                <a:extLst>
                  <a:ext uri="{FF2B5EF4-FFF2-40B4-BE49-F238E27FC236}">
                    <a16:creationId xmlns:a16="http://schemas.microsoft.com/office/drawing/2014/main" id="{F0B571A2-F69E-B103-18A2-06F8841CD6E8}"/>
                  </a:ext>
                </a:extLst>
              </p:cNvPr>
              <p:cNvSpPr/>
              <p:nvPr/>
            </p:nvSpPr>
            <p:spPr>
              <a:xfrm>
                <a:off x="8525374" y="2998546"/>
                <a:ext cx="1275300" cy="327000"/>
              </a:xfrm>
              <a:prstGeom prst="roundRect">
                <a:avLst>
                  <a:gd name="adj" fmla="val 16667"/>
                </a:avLst>
              </a:prstGeom>
              <a:solidFill>
                <a:srgbClr val="326CE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DeviceController</a:t>
                </a:r>
                <a:endParaRPr sz="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291;g31ed28cfa71_0_429">
                <a:extLst>
                  <a:ext uri="{FF2B5EF4-FFF2-40B4-BE49-F238E27FC236}">
                    <a16:creationId xmlns:a16="http://schemas.microsoft.com/office/drawing/2014/main" id="{DAFAC759-A7DD-2B00-895B-1BA970F1B8A0}"/>
                  </a:ext>
                </a:extLst>
              </p:cNvPr>
              <p:cNvSpPr/>
              <p:nvPr/>
            </p:nvSpPr>
            <p:spPr>
              <a:xfrm>
                <a:off x="9874491" y="2998546"/>
                <a:ext cx="1227000" cy="327000"/>
              </a:xfrm>
              <a:prstGeom prst="roundRect">
                <a:avLst>
                  <a:gd name="adj" fmla="val 16667"/>
                </a:avLst>
              </a:prstGeom>
              <a:solidFill>
                <a:srgbClr val="326CE5"/>
              </a:solidFill>
              <a:ln>
                <a:noFill/>
              </a:ln>
            </p:spPr>
            <p:txBody>
              <a:bodyPr spcFirstLastPara="1" wrap="square" lIns="26975" tIns="34275" rIns="269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EdgeController</a:t>
                </a:r>
                <a:endParaRPr sz="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" name="Google Shape;292;g31ed28cfa71_0_429">
              <a:extLst>
                <a:ext uri="{FF2B5EF4-FFF2-40B4-BE49-F238E27FC236}">
                  <a16:creationId xmlns:a16="http://schemas.microsoft.com/office/drawing/2014/main" id="{7978CFC9-F8C1-254D-FD0B-BB652718F2E6}"/>
                </a:ext>
              </a:extLst>
            </p:cNvPr>
            <p:cNvGrpSpPr/>
            <p:nvPr/>
          </p:nvGrpSpPr>
          <p:grpSpPr>
            <a:xfrm>
              <a:off x="3039194" y="1593744"/>
              <a:ext cx="2694696" cy="373367"/>
              <a:chOff x="2204852" y="1755218"/>
              <a:chExt cx="3420099" cy="471900"/>
            </a:xfrm>
          </p:grpSpPr>
          <p:sp>
            <p:nvSpPr>
              <p:cNvPr id="37" name="Google Shape;293;g31ed28cfa71_0_429">
                <a:extLst>
                  <a:ext uri="{FF2B5EF4-FFF2-40B4-BE49-F238E27FC236}">
                    <a16:creationId xmlns:a16="http://schemas.microsoft.com/office/drawing/2014/main" id="{962C8E4C-E5A5-E144-7BA7-E3657F37A290}"/>
                  </a:ext>
                </a:extLst>
              </p:cNvPr>
              <p:cNvSpPr/>
              <p:nvPr/>
            </p:nvSpPr>
            <p:spPr>
              <a:xfrm>
                <a:off x="2204852" y="1755218"/>
                <a:ext cx="1087500" cy="471900"/>
              </a:xfrm>
              <a:prstGeom prst="roundRect">
                <a:avLst>
                  <a:gd name="adj" fmla="val 10242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34275" rIns="0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en" sz="7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Flexible quality inspection </a:t>
                </a:r>
                <a:endParaRPr sz="7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294;g31ed28cfa71_0_429">
                <a:extLst>
                  <a:ext uri="{FF2B5EF4-FFF2-40B4-BE49-F238E27FC236}">
                    <a16:creationId xmlns:a16="http://schemas.microsoft.com/office/drawing/2014/main" id="{E74EC5AB-1B79-909C-A6A9-F5EF756BF348}"/>
                  </a:ext>
                </a:extLst>
              </p:cNvPr>
              <p:cNvSpPr/>
              <p:nvPr/>
            </p:nvSpPr>
            <p:spPr>
              <a:xfrm>
                <a:off x="3372650" y="1755218"/>
                <a:ext cx="526800" cy="471900"/>
              </a:xfrm>
              <a:prstGeom prst="roundRect">
                <a:avLst>
                  <a:gd name="adj" fmla="val 10242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34275" rIns="0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en" sz="7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OCR</a:t>
                </a:r>
                <a:endParaRPr sz="7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295;g31ed28cfa71_0_429">
                <a:extLst>
                  <a:ext uri="{FF2B5EF4-FFF2-40B4-BE49-F238E27FC236}">
                    <a16:creationId xmlns:a16="http://schemas.microsoft.com/office/drawing/2014/main" id="{E7FD57EB-8067-4B5C-68F6-A2A64CF4690C}"/>
                  </a:ext>
                </a:extLst>
              </p:cNvPr>
              <p:cNvSpPr/>
              <p:nvPr/>
            </p:nvSpPr>
            <p:spPr>
              <a:xfrm>
                <a:off x="3979606" y="1755218"/>
                <a:ext cx="813600" cy="471900"/>
              </a:xfrm>
              <a:prstGeom prst="roundRect">
                <a:avLst>
                  <a:gd name="adj" fmla="val 10242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34275" rIns="0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en" sz="7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Facial Recognition</a:t>
                </a:r>
                <a:endParaRPr sz="7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296;g31ed28cfa71_0_429">
                <a:extLst>
                  <a:ext uri="{FF2B5EF4-FFF2-40B4-BE49-F238E27FC236}">
                    <a16:creationId xmlns:a16="http://schemas.microsoft.com/office/drawing/2014/main" id="{75C59232-6717-2E10-C75D-5100CDD1978E}"/>
                  </a:ext>
                </a:extLst>
              </p:cNvPr>
              <p:cNvSpPr/>
              <p:nvPr/>
            </p:nvSpPr>
            <p:spPr>
              <a:xfrm>
                <a:off x="4873451" y="1755218"/>
                <a:ext cx="751500" cy="471900"/>
              </a:xfrm>
              <a:prstGeom prst="roundRect">
                <a:avLst>
                  <a:gd name="adj" fmla="val 10242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34275" rIns="0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en" sz="7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Behavior Analysis </a:t>
                </a:r>
                <a:endParaRPr sz="7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1" name="Google Shape;297;g31ed28cfa71_0_429" descr="Image result for opcua  logo">
              <a:extLst>
                <a:ext uri="{FF2B5EF4-FFF2-40B4-BE49-F238E27FC236}">
                  <a16:creationId xmlns:a16="http://schemas.microsoft.com/office/drawing/2014/main" id="{F80372F9-05F3-1CC8-502F-8E0A1E346CA9}"/>
                </a:ext>
              </a:extLst>
            </p:cNvPr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5254082" y="3465123"/>
              <a:ext cx="743705" cy="1307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298;g31ed28cfa71_0_429" descr="Image result for modbus logo">
              <a:extLst>
                <a:ext uri="{FF2B5EF4-FFF2-40B4-BE49-F238E27FC236}">
                  <a16:creationId xmlns:a16="http://schemas.microsoft.com/office/drawing/2014/main" id="{19EBB473-2206-5C3E-AA06-7B734F612A21}"/>
                </a:ext>
              </a:extLst>
            </p:cNvPr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4991127" y="3235907"/>
              <a:ext cx="742709" cy="2250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299;g31ed28cfa71_0_429" descr="crio-stacked-color.png">
              <a:extLst>
                <a:ext uri="{FF2B5EF4-FFF2-40B4-BE49-F238E27FC236}">
                  <a16:creationId xmlns:a16="http://schemas.microsoft.com/office/drawing/2014/main" id="{F33F05CB-9C6A-428E-53B7-687494B5D267}"/>
                </a:ext>
              </a:extLst>
            </p:cNvPr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3410644" y="3311749"/>
              <a:ext cx="276519" cy="2627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300;g31ed28cfa71_0_429" descr="https://github.com/cncf/artwork/raw/master/projects/containerd/stacked/color/containerd-stacked-color.png">
              <a:extLst>
                <a:ext uri="{FF2B5EF4-FFF2-40B4-BE49-F238E27FC236}">
                  <a16:creationId xmlns:a16="http://schemas.microsoft.com/office/drawing/2014/main" id="{80E42C0F-0B87-7008-A000-6AA97E4A082D}"/>
                </a:ext>
              </a:extLst>
            </p:cNvPr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3759654" y="3242649"/>
              <a:ext cx="241776" cy="3840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01;g31ed28cfa71_0_429" descr="https://github.com/cncf/artwork/raw/master/projects/kubernetes/horizontal/color/kubernetes-horizontal-color.png">
              <a:extLst>
                <a:ext uri="{FF2B5EF4-FFF2-40B4-BE49-F238E27FC236}">
                  <a16:creationId xmlns:a16="http://schemas.microsoft.com/office/drawing/2014/main" id="{984A89A1-61D3-F4B2-7886-DDC5A570E88B}"/>
                </a:ext>
              </a:extLst>
            </p:cNvPr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7711442" y="2947817"/>
              <a:ext cx="1540917" cy="3735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02;g31ed28cfa71_0_429" descr="@Ascend">
              <a:extLst>
                <a:ext uri="{FF2B5EF4-FFF2-40B4-BE49-F238E27FC236}">
                  <a16:creationId xmlns:a16="http://schemas.microsoft.com/office/drawing/2014/main" id="{333064F5-F02E-379A-E194-A3C4D033EC93}"/>
                </a:ext>
              </a:extLst>
            </p:cNvPr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5555477" y="3782464"/>
              <a:ext cx="312790" cy="3127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303;g31ed28cfa71_0_429">
            <a:extLst>
              <a:ext uri="{FF2B5EF4-FFF2-40B4-BE49-F238E27FC236}">
                <a16:creationId xmlns:a16="http://schemas.microsoft.com/office/drawing/2014/main" id="{50714815-6400-06C0-63D6-CEB97C051F46}"/>
              </a:ext>
            </a:extLst>
          </p:cNvPr>
          <p:cNvSpPr/>
          <p:nvPr/>
        </p:nvSpPr>
        <p:spPr>
          <a:xfrm>
            <a:off x="526250" y="3706174"/>
            <a:ext cx="3899100" cy="10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15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Edge Computing scenarios oriented, designed for edge-cloud collaboration.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Consistent experience of </a:t>
            </a: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Applications, Resources, Data, Devices, etc. 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between cloud &amp; edge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304;g31ed28cfa71_0_429">
            <a:extLst>
              <a:ext uri="{FF2B5EF4-FFF2-40B4-BE49-F238E27FC236}">
                <a16:creationId xmlns:a16="http://schemas.microsoft.com/office/drawing/2014/main" id="{B3D07528-728B-C259-9934-3C51D2E692A1}"/>
              </a:ext>
            </a:extLst>
          </p:cNvPr>
          <p:cNvSpPr/>
          <p:nvPr/>
        </p:nvSpPr>
        <p:spPr>
          <a:xfrm>
            <a:off x="4625825" y="3303750"/>
            <a:ext cx="4020900" cy="14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15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Cloud Native Edge Cloud Computing OSS Project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Governance, connecting Cloud Native and Edge Computing Ecosystem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7,600+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stars, </a:t>
            </a: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2,100+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forks on GitHub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1500+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contributors (</a:t>
            </a: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350+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code committers) from </a:t>
            </a: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100+ 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152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oogle Shape;397;p50"/>
          <p:cNvGrpSpPr/>
          <p:nvPr/>
        </p:nvGrpSpPr>
        <p:grpSpPr>
          <a:xfrm>
            <a:off x="6670200" y="0"/>
            <a:ext cx="2473800" cy="4131000"/>
            <a:chOff x="6670200" y="0"/>
            <a:chExt cx="2473800" cy="4131000"/>
          </a:xfrm>
        </p:grpSpPr>
        <p:sp>
          <p:nvSpPr>
            <p:cNvPr id="398" name="Google Shape;398;p50"/>
            <p:cNvSpPr/>
            <p:nvPr/>
          </p:nvSpPr>
          <p:spPr>
            <a:xfrm flipH="1">
              <a:off x="667020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9" name="Google Shape;399;p50"/>
            <p:cNvCxnSpPr/>
            <p:nvPr/>
          </p:nvCxnSpPr>
          <p:spPr>
            <a:xfrm rot="10800000">
              <a:off x="84327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0" name="Google Shape;400;p50"/>
          <p:cNvSpPr txBox="1">
            <a:spLocks noGrp="1"/>
          </p:cNvSpPr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Project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Background</a:t>
            </a:r>
            <a:endParaRPr dirty="0"/>
          </a:p>
        </p:txBody>
      </p:sp>
      <p:sp>
        <p:nvSpPr>
          <p:cNvPr id="401" name="Google Shape;401;p50"/>
          <p:cNvSpPr txBox="1">
            <a:spLocks noGrp="1"/>
          </p:cNvSpPr>
          <p:nvPr>
            <p:ph type="title" idx="2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02" name="Google Shape;402;p50"/>
          <p:cNvSpPr txBox="1">
            <a:spLocks noGrp="1"/>
          </p:cNvSpPr>
          <p:nvPr>
            <p:ph type="subTitle" idx="1"/>
          </p:nvPr>
        </p:nvSpPr>
        <p:spPr>
          <a:xfrm flipH="1">
            <a:off x="2052825" y="3573275"/>
            <a:ext cx="55791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Edge Computing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75;g31ed28cfa71_0_425">
            <a:extLst>
              <a:ext uri="{FF2B5EF4-FFF2-40B4-BE49-F238E27FC236}">
                <a16:creationId xmlns:a16="http://schemas.microsoft.com/office/drawing/2014/main" id="{2BB85B60-99C0-4E3B-663A-3AAFAFFEA836}"/>
              </a:ext>
            </a:extLst>
          </p:cNvPr>
          <p:cNvGrpSpPr/>
          <p:nvPr/>
        </p:nvGrpSpPr>
        <p:grpSpPr>
          <a:xfrm>
            <a:off x="313907" y="967263"/>
            <a:ext cx="8424745" cy="3208973"/>
            <a:chOff x="591402" y="1292659"/>
            <a:chExt cx="10932708" cy="3930638"/>
          </a:xfrm>
        </p:grpSpPr>
        <p:grpSp>
          <p:nvGrpSpPr>
            <p:cNvPr id="3" name="Google Shape;176;g31ed28cfa71_0_425">
              <a:extLst>
                <a:ext uri="{FF2B5EF4-FFF2-40B4-BE49-F238E27FC236}">
                  <a16:creationId xmlns:a16="http://schemas.microsoft.com/office/drawing/2014/main" id="{86521EAD-4046-D2BE-399A-236A04B9476A}"/>
                </a:ext>
              </a:extLst>
            </p:cNvPr>
            <p:cNvGrpSpPr/>
            <p:nvPr/>
          </p:nvGrpSpPr>
          <p:grpSpPr>
            <a:xfrm>
              <a:off x="691490" y="1292659"/>
              <a:ext cx="10396145" cy="2083257"/>
              <a:chOff x="691490" y="1292659"/>
              <a:chExt cx="10396145" cy="2083257"/>
            </a:xfrm>
          </p:grpSpPr>
          <p:grpSp>
            <p:nvGrpSpPr>
              <p:cNvPr id="38" name="Google Shape;177;g31ed28cfa71_0_425">
                <a:extLst>
                  <a:ext uri="{FF2B5EF4-FFF2-40B4-BE49-F238E27FC236}">
                    <a16:creationId xmlns:a16="http://schemas.microsoft.com/office/drawing/2014/main" id="{8F2948E4-2EB9-2DBE-5BCE-4193B312CF19}"/>
                  </a:ext>
                </a:extLst>
              </p:cNvPr>
              <p:cNvGrpSpPr/>
              <p:nvPr/>
            </p:nvGrpSpPr>
            <p:grpSpPr>
              <a:xfrm>
                <a:off x="2311714" y="1292659"/>
                <a:ext cx="8775921" cy="2083257"/>
                <a:chOff x="1149107" y="2842088"/>
                <a:chExt cx="6582105" cy="1817851"/>
              </a:xfrm>
            </p:grpSpPr>
            <p:cxnSp>
              <p:nvCxnSpPr>
                <p:cNvPr id="46" name="Google Shape;178;g31ed28cfa71_0_425">
                  <a:extLst>
                    <a:ext uri="{FF2B5EF4-FFF2-40B4-BE49-F238E27FC236}">
                      <a16:creationId xmlns:a16="http://schemas.microsoft.com/office/drawing/2014/main" id="{D1227E99-3B8F-A3EC-4AA6-F1CC89849E3D}"/>
                    </a:ext>
                  </a:extLst>
                </p:cNvPr>
                <p:cNvCxnSpPr/>
                <p:nvPr/>
              </p:nvCxnSpPr>
              <p:spPr>
                <a:xfrm>
                  <a:off x="1530340" y="3096077"/>
                  <a:ext cx="626400" cy="3390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7" name="Google Shape;179;g31ed28cfa71_0_425">
                  <a:extLst>
                    <a:ext uri="{FF2B5EF4-FFF2-40B4-BE49-F238E27FC236}">
                      <a16:creationId xmlns:a16="http://schemas.microsoft.com/office/drawing/2014/main" id="{B951DFBC-EE52-7CFD-FBE3-6C85C4A79273}"/>
                    </a:ext>
                  </a:extLst>
                </p:cNvPr>
                <p:cNvCxnSpPr/>
                <p:nvPr/>
              </p:nvCxnSpPr>
              <p:spPr>
                <a:xfrm rot="10800000" flipH="1">
                  <a:off x="1601725" y="3435157"/>
                  <a:ext cx="555000" cy="510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8" name="Google Shape;180;g31ed28cfa71_0_425">
                  <a:extLst>
                    <a:ext uri="{FF2B5EF4-FFF2-40B4-BE49-F238E27FC236}">
                      <a16:creationId xmlns:a16="http://schemas.microsoft.com/office/drawing/2014/main" id="{6DEE8536-E087-FEF7-AC9C-A15A92157921}"/>
                    </a:ext>
                  </a:extLst>
                </p:cNvPr>
                <p:cNvCxnSpPr/>
                <p:nvPr/>
              </p:nvCxnSpPr>
              <p:spPr>
                <a:xfrm rot="10800000" flipH="1">
                  <a:off x="1458957" y="3435122"/>
                  <a:ext cx="697800" cy="5154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pic>
              <p:nvPicPr>
                <p:cNvPr id="49" name="Google Shape;181;g31ed28cfa71_0_425" descr="Big_Cloud">
                  <a:extLst>
                    <a:ext uri="{FF2B5EF4-FFF2-40B4-BE49-F238E27FC236}">
                      <a16:creationId xmlns:a16="http://schemas.microsoft.com/office/drawing/2014/main" id="{813EA1DA-282A-C3B8-2268-99653D718854}"/>
                    </a:ext>
                  </a:extLst>
                </p:cNvPr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5078430" y="2842088"/>
                  <a:ext cx="2404173" cy="11756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0" name="Google Shape;182;g31ed28cfa71_0_425" descr="Big_Cloud">
                  <a:extLst>
                    <a:ext uri="{FF2B5EF4-FFF2-40B4-BE49-F238E27FC236}">
                      <a16:creationId xmlns:a16="http://schemas.microsoft.com/office/drawing/2014/main" id="{7FAA7E06-E094-E12E-0564-B2C644594B8E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857315" y="3184637"/>
                  <a:ext cx="1512563" cy="62460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1" name="Google Shape;183;g31ed28cfa71_0_425" descr="Big_Cloud">
                  <a:extLst>
                    <a:ext uri="{FF2B5EF4-FFF2-40B4-BE49-F238E27FC236}">
                      <a16:creationId xmlns:a16="http://schemas.microsoft.com/office/drawing/2014/main" id="{879D8CC3-6592-1A89-E964-7D1CAEEB8066}"/>
                    </a:ext>
                  </a:extLst>
                </p:cNvPr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3429884" y="2988724"/>
                  <a:ext cx="1545272" cy="90237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2" name="Google Shape;184;g31ed28cfa71_0_425">
                  <a:extLst>
                    <a:ext uri="{FF2B5EF4-FFF2-40B4-BE49-F238E27FC236}">
                      <a16:creationId xmlns:a16="http://schemas.microsoft.com/office/drawing/2014/main" id="{01F43327-2A64-DA43-3BCF-194EF9A14DC5}"/>
                    </a:ext>
                  </a:extLst>
                </p:cNvPr>
                <p:cNvSpPr txBox="1"/>
                <p:nvPr/>
              </p:nvSpPr>
              <p:spPr>
                <a:xfrm>
                  <a:off x="2352206" y="3356577"/>
                  <a:ext cx="538800" cy="26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1700" tIns="30850" rIns="61700" bIns="3085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en" sz="12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ACC</a:t>
                  </a:r>
                  <a:endParaRPr sz="12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53" name="Google Shape;185;g31ed28cfa71_0_425">
                  <a:extLst>
                    <a:ext uri="{FF2B5EF4-FFF2-40B4-BE49-F238E27FC236}">
                      <a16:creationId xmlns:a16="http://schemas.microsoft.com/office/drawing/2014/main" id="{C8EBC78E-4C3C-6B05-91D1-2E27AA160C02}"/>
                    </a:ext>
                  </a:extLst>
                </p:cNvPr>
                <p:cNvSpPr/>
                <p:nvPr/>
              </p:nvSpPr>
              <p:spPr>
                <a:xfrm>
                  <a:off x="2192520" y="3313698"/>
                  <a:ext cx="1117500" cy="4632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1700" tIns="30850" rIns="61700" bIns="3085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54" name="Google Shape;186;g31ed28cfa71_0_425">
                  <a:extLst>
                    <a:ext uri="{FF2B5EF4-FFF2-40B4-BE49-F238E27FC236}">
                      <a16:creationId xmlns:a16="http://schemas.microsoft.com/office/drawing/2014/main" id="{22BFD21E-CD4A-493C-1C22-E4A80DA27E63}"/>
                    </a:ext>
                  </a:extLst>
                </p:cNvPr>
                <p:cNvSpPr/>
                <p:nvPr/>
              </p:nvSpPr>
              <p:spPr>
                <a:xfrm>
                  <a:off x="3390570" y="3348166"/>
                  <a:ext cx="1736100" cy="4287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1700" tIns="30850" rIns="61700" bIns="3085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cxnSp>
              <p:nvCxnSpPr>
                <p:cNvPr id="55" name="Google Shape;187;g31ed28cfa71_0_425">
                  <a:extLst>
                    <a:ext uri="{FF2B5EF4-FFF2-40B4-BE49-F238E27FC236}">
                      <a16:creationId xmlns:a16="http://schemas.microsoft.com/office/drawing/2014/main" id="{BA298762-6BC6-593C-B7AD-B287963A288D}"/>
                    </a:ext>
                  </a:extLst>
                </p:cNvPr>
                <p:cNvCxnSpPr/>
                <p:nvPr/>
              </p:nvCxnSpPr>
              <p:spPr>
                <a:xfrm>
                  <a:off x="3237206" y="3390525"/>
                  <a:ext cx="0" cy="984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92D05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56" name="Google Shape;188;g31ed28cfa71_0_425">
                  <a:extLst>
                    <a:ext uri="{FF2B5EF4-FFF2-40B4-BE49-F238E27FC236}">
                      <a16:creationId xmlns:a16="http://schemas.microsoft.com/office/drawing/2014/main" id="{6309F944-1768-FA2F-4A14-DD4B51C5DE7B}"/>
                    </a:ext>
                  </a:extLst>
                </p:cNvPr>
                <p:cNvCxnSpPr/>
                <p:nvPr/>
              </p:nvCxnSpPr>
              <p:spPr>
                <a:xfrm>
                  <a:off x="4965512" y="3567369"/>
                  <a:ext cx="0" cy="984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92D05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57" name="Google Shape;189;g31ed28cfa71_0_425">
                  <a:extLst>
                    <a:ext uri="{FF2B5EF4-FFF2-40B4-BE49-F238E27FC236}">
                      <a16:creationId xmlns:a16="http://schemas.microsoft.com/office/drawing/2014/main" id="{CC2AEC9A-67AF-A56E-BF13-A3CA334CB468}"/>
                    </a:ext>
                  </a:extLst>
                </p:cNvPr>
                <p:cNvCxnSpPr/>
                <p:nvPr/>
              </p:nvCxnSpPr>
              <p:spPr>
                <a:xfrm>
                  <a:off x="7507669" y="3562539"/>
                  <a:ext cx="0" cy="1097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92D05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58" name="Google Shape;190;g31ed28cfa71_0_425">
                  <a:extLst>
                    <a:ext uri="{FF2B5EF4-FFF2-40B4-BE49-F238E27FC236}">
                      <a16:creationId xmlns:a16="http://schemas.microsoft.com/office/drawing/2014/main" id="{E4509C30-F9B4-97C1-2AF5-0B89CD30BF4A}"/>
                    </a:ext>
                  </a:extLst>
                </p:cNvPr>
                <p:cNvCxnSpPr/>
                <p:nvPr/>
              </p:nvCxnSpPr>
              <p:spPr>
                <a:xfrm>
                  <a:off x="2136505" y="4093324"/>
                  <a:ext cx="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92D05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59" name="Google Shape;191;g31ed28cfa71_0_425">
                  <a:extLst>
                    <a:ext uri="{FF2B5EF4-FFF2-40B4-BE49-F238E27FC236}">
                      <a16:creationId xmlns:a16="http://schemas.microsoft.com/office/drawing/2014/main" id="{95EC6F91-3BA9-82BE-5F2E-87B82EF34652}"/>
                    </a:ext>
                  </a:extLst>
                </p:cNvPr>
                <p:cNvCxnSpPr/>
                <p:nvPr/>
              </p:nvCxnSpPr>
              <p:spPr>
                <a:xfrm>
                  <a:off x="1156985" y="4263256"/>
                  <a:ext cx="2080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92D05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cxnSp>
            <p:sp>
              <p:nvSpPr>
                <p:cNvPr id="60" name="Google Shape;192;g31ed28cfa71_0_425">
                  <a:extLst>
                    <a:ext uri="{FF2B5EF4-FFF2-40B4-BE49-F238E27FC236}">
                      <a16:creationId xmlns:a16="http://schemas.microsoft.com/office/drawing/2014/main" id="{AC003EF4-0F77-DF75-A6F6-8DF03133577A}"/>
                    </a:ext>
                  </a:extLst>
                </p:cNvPr>
                <p:cNvSpPr/>
                <p:nvPr/>
              </p:nvSpPr>
              <p:spPr>
                <a:xfrm>
                  <a:off x="3243076" y="3396200"/>
                  <a:ext cx="311100" cy="286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25" rIns="91425" bIns="4572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" name="Google Shape;193;g31ed28cfa71_0_425">
                  <a:extLst>
                    <a:ext uri="{FF2B5EF4-FFF2-40B4-BE49-F238E27FC236}">
                      <a16:creationId xmlns:a16="http://schemas.microsoft.com/office/drawing/2014/main" id="{2CA8B195-F527-3F4C-5613-77E3B4ED1D9D}"/>
                    </a:ext>
                  </a:extLst>
                </p:cNvPr>
                <p:cNvSpPr/>
                <p:nvPr/>
              </p:nvSpPr>
              <p:spPr>
                <a:xfrm>
                  <a:off x="4750959" y="3344373"/>
                  <a:ext cx="429000" cy="39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25" rIns="91425" bIns="4572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" name="Google Shape;194;g31ed28cfa71_0_425">
                  <a:extLst>
                    <a:ext uri="{FF2B5EF4-FFF2-40B4-BE49-F238E27FC236}">
                      <a16:creationId xmlns:a16="http://schemas.microsoft.com/office/drawing/2014/main" id="{05105BEF-F34A-6F72-9186-5C4ED7CEA332}"/>
                    </a:ext>
                  </a:extLst>
                </p:cNvPr>
                <p:cNvSpPr/>
                <p:nvPr/>
              </p:nvSpPr>
              <p:spPr>
                <a:xfrm>
                  <a:off x="7302212" y="3453126"/>
                  <a:ext cx="429000" cy="39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25" rIns="91425" bIns="4572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" name="Google Shape;195;g31ed28cfa71_0_425">
                  <a:extLst>
                    <a:ext uri="{FF2B5EF4-FFF2-40B4-BE49-F238E27FC236}">
                      <a16:creationId xmlns:a16="http://schemas.microsoft.com/office/drawing/2014/main" id="{55EB4587-A544-8052-EFDF-C4F51BCDB371}"/>
                    </a:ext>
                  </a:extLst>
                </p:cNvPr>
                <p:cNvSpPr txBox="1"/>
                <p:nvPr/>
              </p:nvSpPr>
              <p:spPr>
                <a:xfrm>
                  <a:off x="3989241" y="3356577"/>
                  <a:ext cx="459000" cy="26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1700" tIns="30850" rIns="61700" bIns="3085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en" sz="12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AGG</a:t>
                  </a:r>
                  <a:endParaRPr sz="12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320" name="Google Shape;196;g31ed28cfa71_0_425">
                  <a:extLst>
                    <a:ext uri="{FF2B5EF4-FFF2-40B4-BE49-F238E27FC236}">
                      <a16:creationId xmlns:a16="http://schemas.microsoft.com/office/drawing/2014/main" id="{3D79181A-A8FE-5D8A-54D9-69C4CE2840EC}"/>
                    </a:ext>
                  </a:extLst>
                </p:cNvPr>
                <p:cNvSpPr txBox="1"/>
                <p:nvPr/>
              </p:nvSpPr>
              <p:spPr>
                <a:xfrm>
                  <a:off x="6036116" y="3356577"/>
                  <a:ext cx="574500" cy="26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1700" tIns="30850" rIns="61700" bIns="3085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lang="en" sz="12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Metro</a:t>
                  </a:r>
                  <a:endParaRPr sz="12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cxnSp>
              <p:nvCxnSpPr>
                <p:cNvPr id="321" name="Google Shape;197;g31ed28cfa71_0_425">
                  <a:extLst>
                    <a:ext uri="{FF2B5EF4-FFF2-40B4-BE49-F238E27FC236}">
                      <a16:creationId xmlns:a16="http://schemas.microsoft.com/office/drawing/2014/main" id="{A6734006-1116-E2EF-02C8-11931ED7F8BD}"/>
                    </a:ext>
                  </a:extLst>
                </p:cNvPr>
                <p:cNvCxnSpPr/>
                <p:nvPr/>
              </p:nvCxnSpPr>
              <p:spPr>
                <a:xfrm>
                  <a:off x="1149107" y="4610359"/>
                  <a:ext cx="6358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92D05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cxnSp>
            <p:pic>
              <p:nvPicPr>
                <p:cNvPr id="322" name="Google Shape;198;g31ed28cfa71_0_425" descr="图片235">
                  <a:extLst>
                    <a:ext uri="{FF2B5EF4-FFF2-40B4-BE49-F238E27FC236}">
                      <a16:creationId xmlns:a16="http://schemas.microsoft.com/office/drawing/2014/main" id="{734D4F2C-4218-DAB2-4BCD-43C31E4920A3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08258" y="3254458"/>
                  <a:ext cx="360253" cy="4265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3" name="Google Shape;199;g31ed28cfa71_0_425" descr="图片235">
                  <a:extLst>
                    <a:ext uri="{FF2B5EF4-FFF2-40B4-BE49-F238E27FC236}">
                      <a16:creationId xmlns:a16="http://schemas.microsoft.com/office/drawing/2014/main" id="{AD55335F-AAC6-67A5-064C-2FF492E7155A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1969263" y="3138120"/>
                  <a:ext cx="234740" cy="27791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4" name="Google Shape;200;g31ed28cfa71_0_425" descr="图片235">
                  <a:extLst>
                    <a:ext uri="{FF2B5EF4-FFF2-40B4-BE49-F238E27FC236}">
                      <a16:creationId xmlns:a16="http://schemas.microsoft.com/office/drawing/2014/main" id="{9A71E245-7D5A-277A-5E40-CF4BF0BEB55B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2202315" y="3667755"/>
                  <a:ext cx="295617" cy="34998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5" name="Google Shape;201;g31ed28cfa71_0_425" descr="图片235">
                  <a:extLst>
                    <a:ext uri="{FF2B5EF4-FFF2-40B4-BE49-F238E27FC236}">
                      <a16:creationId xmlns:a16="http://schemas.microsoft.com/office/drawing/2014/main" id="{EB7CAA26-F62B-707F-91DF-A5DF81A13C32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4787032" y="3264342"/>
                  <a:ext cx="360253" cy="4265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6" name="Google Shape;202;g31ed28cfa71_0_425" descr="图片235">
                  <a:extLst>
                    <a:ext uri="{FF2B5EF4-FFF2-40B4-BE49-F238E27FC236}">
                      <a16:creationId xmlns:a16="http://schemas.microsoft.com/office/drawing/2014/main" id="{AA478D93-7590-B834-9070-F700A86656F2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7311447" y="3372763"/>
                  <a:ext cx="360253" cy="4265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27" name="Google Shape;203;g31ed28cfa71_0_425">
                  <a:extLst>
                    <a:ext uri="{FF2B5EF4-FFF2-40B4-BE49-F238E27FC236}">
                      <a16:creationId xmlns:a16="http://schemas.microsoft.com/office/drawing/2014/main" id="{BC24256A-6640-2941-8E95-6944A08F67DE}"/>
                    </a:ext>
                  </a:extLst>
                </p:cNvPr>
                <p:cNvSpPr txBox="1"/>
                <p:nvPr/>
              </p:nvSpPr>
              <p:spPr>
                <a:xfrm>
                  <a:off x="5993145" y="4251210"/>
                  <a:ext cx="897900" cy="36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50" tIns="45725" rIns="91450" bIns="457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en" sz="8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&gt;200km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en" sz="8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&gt;20ms</a:t>
                  </a:r>
                  <a:endParaRPr sz="8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cxnSp>
              <p:nvCxnSpPr>
                <p:cNvPr id="328" name="Google Shape;204;g31ed28cfa71_0_425">
                  <a:extLst>
                    <a:ext uri="{FF2B5EF4-FFF2-40B4-BE49-F238E27FC236}">
                      <a16:creationId xmlns:a16="http://schemas.microsoft.com/office/drawing/2014/main" id="{861AC77F-AFD2-6572-C2C3-30CFB52633A0}"/>
                    </a:ext>
                  </a:extLst>
                </p:cNvPr>
                <p:cNvCxnSpPr/>
                <p:nvPr/>
              </p:nvCxnSpPr>
              <p:spPr>
                <a:xfrm>
                  <a:off x="1156985" y="4435700"/>
                  <a:ext cx="3808500" cy="6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92D05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cxnSp>
            <p:sp>
              <p:nvSpPr>
                <p:cNvPr id="329" name="Google Shape;205;g31ed28cfa71_0_425">
                  <a:extLst>
                    <a:ext uri="{FF2B5EF4-FFF2-40B4-BE49-F238E27FC236}">
                      <a16:creationId xmlns:a16="http://schemas.microsoft.com/office/drawing/2014/main" id="{197568DC-4250-AE94-E276-F9CC2D6D1643}"/>
                    </a:ext>
                  </a:extLst>
                </p:cNvPr>
                <p:cNvSpPr txBox="1"/>
                <p:nvPr/>
              </p:nvSpPr>
              <p:spPr>
                <a:xfrm>
                  <a:off x="3790553" y="4113502"/>
                  <a:ext cx="936000" cy="36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50" tIns="45725" rIns="91450" bIns="457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en" sz="8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50~200km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en" sz="8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5~10ms</a:t>
                  </a:r>
                  <a:endParaRPr sz="8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330" name="Google Shape;206;g31ed28cfa71_0_425">
                  <a:extLst>
                    <a:ext uri="{FF2B5EF4-FFF2-40B4-BE49-F238E27FC236}">
                      <a16:creationId xmlns:a16="http://schemas.microsoft.com/office/drawing/2014/main" id="{F87AB3B1-B2FF-2487-5895-5F7DFCA9C79A}"/>
                    </a:ext>
                  </a:extLst>
                </p:cNvPr>
                <p:cNvSpPr txBox="1"/>
                <p:nvPr/>
              </p:nvSpPr>
              <p:spPr>
                <a:xfrm>
                  <a:off x="1604166" y="3920211"/>
                  <a:ext cx="775200" cy="36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50" tIns="45725" rIns="91450" bIns="457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en" sz="8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~50km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en" sz="8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1~5ms</a:t>
                  </a:r>
                  <a:endParaRPr sz="8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pic>
              <p:nvPicPr>
                <p:cNvPr id="331" name="Google Shape;207;g31ed28cfa71_0_425" descr="Big_Cloud">
                  <a:extLst>
                    <a:ext uri="{FF2B5EF4-FFF2-40B4-BE49-F238E27FC236}">
                      <a16:creationId xmlns:a16="http://schemas.microsoft.com/office/drawing/2014/main" id="{D48C37A6-A39B-0DA6-ACA6-8671ECA8DEDE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176278" y="2946090"/>
                  <a:ext cx="408692" cy="16876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32" name="Google Shape;208;g31ed28cfa71_0_425" descr="Big_Cloud">
                  <a:extLst>
                    <a:ext uri="{FF2B5EF4-FFF2-40B4-BE49-F238E27FC236}">
                      <a16:creationId xmlns:a16="http://schemas.microsoft.com/office/drawing/2014/main" id="{A7BB825A-5DF3-96FD-28EF-780C69922FFE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177379" y="3383330"/>
                  <a:ext cx="408692" cy="16876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33" name="Google Shape;209;g31ed28cfa71_0_425" descr="Big_Cloud">
                  <a:extLst>
                    <a:ext uri="{FF2B5EF4-FFF2-40B4-BE49-F238E27FC236}">
                      <a16:creationId xmlns:a16="http://schemas.microsoft.com/office/drawing/2014/main" id="{8BF4D192-DDC5-2A53-1440-A2E3D0D12549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156985" y="3881953"/>
                  <a:ext cx="408692" cy="16876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334" name="Google Shape;210;g31ed28cfa71_0_425">
                  <a:extLst>
                    <a:ext uri="{FF2B5EF4-FFF2-40B4-BE49-F238E27FC236}">
                      <a16:creationId xmlns:a16="http://schemas.microsoft.com/office/drawing/2014/main" id="{D3729F2F-3A75-3F17-7690-1C0C1A6F1A3A}"/>
                    </a:ext>
                  </a:extLst>
                </p:cNvPr>
                <p:cNvCxnSpPr/>
                <p:nvPr/>
              </p:nvCxnSpPr>
              <p:spPr>
                <a:xfrm>
                  <a:off x="1149107" y="3552097"/>
                  <a:ext cx="0" cy="1097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92D05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39" name="Google Shape;211;g31ed28cfa71_0_425">
                <a:extLst>
                  <a:ext uri="{FF2B5EF4-FFF2-40B4-BE49-F238E27FC236}">
                    <a16:creationId xmlns:a16="http://schemas.microsoft.com/office/drawing/2014/main" id="{36AB9660-355B-A143-5C11-5184ED064550}"/>
                  </a:ext>
                </a:extLst>
              </p:cNvPr>
              <p:cNvGrpSpPr/>
              <p:nvPr/>
            </p:nvGrpSpPr>
            <p:grpSpPr>
              <a:xfrm>
                <a:off x="691490" y="1877047"/>
                <a:ext cx="1450197" cy="1445108"/>
                <a:chOff x="244934" y="1252956"/>
                <a:chExt cx="1087675" cy="1083858"/>
              </a:xfrm>
            </p:grpSpPr>
            <p:sp>
              <p:nvSpPr>
                <p:cNvPr id="40" name="Google Shape;212;g31ed28cfa71_0_425">
                  <a:extLst>
                    <a:ext uri="{FF2B5EF4-FFF2-40B4-BE49-F238E27FC236}">
                      <a16:creationId xmlns:a16="http://schemas.microsoft.com/office/drawing/2014/main" id="{46B57ED4-1EC5-862C-C59A-08FFE35B0964}"/>
                    </a:ext>
                  </a:extLst>
                </p:cNvPr>
                <p:cNvSpPr txBox="1"/>
                <p:nvPr/>
              </p:nvSpPr>
              <p:spPr>
                <a:xfrm>
                  <a:off x="244934" y="1652273"/>
                  <a:ext cx="799800" cy="24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625" tIns="60800" rIns="121625" bIns="608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" sz="9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Enterprise</a:t>
                  </a:r>
                  <a:endParaRPr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pic>
              <p:nvPicPr>
                <p:cNvPr id="41" name="Google Shape;213;g31ed28cfa71_0_425" descr="图片719">
                  <a:extLst>
                    <a:ext uri="{FF2B5EF4-FFF2-40B4-BE49-F238E27FC236}">
                      <a16:creationId xmlns:a16="http://schemas.microsoft.com/office/drawing/2014/main" id="{9E592DAE-2704-028B-6E83-58E64374B0D6}"/>
                    </a:ext>
                  </a:extLst>
                </p:cNvPr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906160" y="1621908"/>
                  <a:ext cx="426449" cy="29146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" name="Google Shape;214;g31ed28cfa71_0_425">
                  <a:extLst>
                    <a:ext uri="{FF2B5EF4-FFF2-40B4-BE49-F238E27FC236}">
                      <a16:creationId xmlns:a16="http://schemas.microsoft.com/office/drawing/2014/main" id="{ED783A21-08EA-F9F3-B5BC-BF3F67DF64C4}"/>
                    </a:ext>
                  </a:extLst>
                </p:cNvPr>
                <p:cNvSpPr txBox="1"/>
                <p:nvPr/>
              </p:nvSpPr>
              <p:spPr>
                <a:xfrm>
                  <a:off x="244934" y="1252956"/>
                  <a:ext cx="581100" cy="24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625" tIns="60800" rIns="121625" bIns="608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" sz="9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Home</a:t>
                  </a:r>
                  <a:endParaRPr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pic>
              <p:nvPicPr>
                <p:cNvPr id="43" name="Google Shape;215;g31ed28cfa71_0_425" descr="图片721">
                  <a:extLst>
                    <a:ext uri="{FF2B5EF4-FFF2-40B4-BE49-F238E27FC236}">
                      <a16:creationId xmlns:a16="http://schemas.microsoft.com/office/drawing/2014/main" id="{7B365157-2427-F26B-55EA-FF55CF01A7C0}"/>
                    </a:ext>
                  </a:extLst>
                </p:cNvPr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/>
                <a:stretch/>
              </p:blipFill>
              <p:spPr>
                <a:xfrm>
                  <a:off x="899592" y="1278094"/>
                  <a:ext cx="376011" cy="2723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4" name="Google Shape;216;g31ed28cfa71_0_425" descr="图片51">
                  <a:extLst>
                    <a:ext uri="{FF2B5EF4-FFF2-40B4-BE49-F238E27FC236}">
                      <a16:creationId xmlns:a16="http://schemas.microsoft.com/office/drawing/2014/main" id="{C8BF1C4C-284E-BB1F-628C-800ADA031041}"/>
                    </a:ext>
                  </a:extLst>
                </p:cNvPr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/>
                <a:stretch/>
              </p:blipFill>
              <p:spPr>
                <a:xfrm>
                  <a:off x="992962" y="2039816"/>
                  <a:ext cx="225634" cy="29699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5" name="Google Shape;217;g31ed28cfa71_0_425">
                  <a:extLst>
                    <a:ext uri="{FF2B5EF4-FFF2-40B4-BE49-F238E27FC236}">
                      <a16:creationId xmlns:a16="http://schemas.microsoft.com/office/drawing/2014/main" id="{07DFF92A-693A-DB6C-C4BC-5032EEAA50E8}"/>
                    </a:ext>
                  </a:extLst>
                </p:cNvPr>
                <p:cNvSpPr txBox="1"/>
                <p:nvPr/>
              </p:nvSpPr>
              <p:spPr>
                <a:xfrm>
                  <a:off x="244934" y="2075037"/>
                  <a:ext cx="688200" cy="24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625" tIns="60800" rIns="121625" bIns="608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" sz="9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eNodeB</a:t>
                  </a:r>
                  <a:endParaRPr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</p:grpSp>
        </p:grpSp>
        <p:grpSp>
          <p:nvGrpSpPr>
            <p:cNvPr id="4" name="Google Shape;218;g31ed28cfa71_0_425">
              <a:extLst>
                <a:ext uri="{FF2B5EF4-FFF2-40B4-BE49-F238E27FC236}">
                  <a16:creationId xmlns:a16="http://schemas.microsoft.com/office/drawing/2014/main" id="{7B0DC3A1-5555-B688-0D6D-5D1C8C5BDD68}"/>
                </a:ext>
              </a:extLst>
            </p:cNvPr>
            <p:cNvGrpSpPr/>
            <p:nvPr/>
          </p:nvGrpSpPr>
          <p:grpSpPr>
            <a:xfrm>
              <a:off x="591402" y="4661397"/>
              <a:ext cx="10932708" cy="561900"/>
              <a:chOff x="591402" y="4661397"/>
              <a:chExt cx="10932708" cy="561900"/>
            </a:xfrm>
          </p:grpSpPr>
          <p:sp>
            <p:nvSpPr>
              <p:cNvPr id="34" name="Google Shape;219;g31ed28cfa71_0_425">
                <a:extLst>
                  <a:ext uri="{FF2B5EF4-FFF2-40B4-BE49-F238E27FC236}">
                    <a16:creationId xmlns:a16="http://schemas.microsoft.com/office/drawing/2014/main" id="{F8F3E433-9136-09B2-7778-A03116035689}"/>
                  </a:ext>
                </a:extLst>
              </p:cNvPr>
              <p:cNvSpPr txBox="1"/>
              <p:nvPr/>
            </p:nvSpPr>
            <p:spPr>
              <a:xfrm>
                <a:off x="1825358" y="4672465"/>
                <a:ext cx="3099900" cy="5031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200" tIns="45600" rIns="91200" bIns="45600" anchor="t" anchorCtr="0">
                <a:spAutoFit/>
              </a:bodyPr>
              <a:lstStyle/>
              <a:p>
                <a:pPr marL="127000" marR="0" lvl="0" indent="-1206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Char char="•"/>
                </a:pPr>
                <a:r>
                  <a:rPr lang="en"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V2X, AR/VR, AI</a:t>
                </a:r>
                <a:endParaRPr sz="900" b="0" i="0" u="none" strike="noStrike" cap="non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  <a:p>
                <a:pPr marL="127000" marR="0" lvl="0" indent="-1206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Char char="•"/>
                </a:pPr>
                <a:r>
                  <a:rPr lang="en"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AI Inference</a:t>
                </a:r>
                <a:endParaRPr sz="900" b="0" i="0" u="none" strike="noStrike" cap="non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35" name="Google Shape;220;g31ed28cfa71_0_425">
                <a:extLst>
                  <a:ext uri="{FF2B5EF4-FFF2-40B4-BE49-F238E27FC236}">
                    <a16:creationId xmlns:a16="http://schemas.microsoft.com/office/drawing/2014/main" id="{E420D613-38B6-2744-E2CE-4E190C974B5B}"/>
                  </a:ext>
                </a:extLst>
              </p:cNvPr>
              <p:cNvSpPr txBox="1"/>
              <p:nvPr/>
            </p:nvSpPr>
            <p:spPr>
              <a:xfrm>
                <a:off x="5067919" y="4661397"/>
                <a:ext cx="2618700" cy="5619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200" tIns="45600" rIns="91200" bIns="45600" anchor="t" anchorCtr="0">
                <a:noAutofit/>
              </a:bodyPr>
              <a:lstStyle/>
              <a:p>
                <a:pPr marL="127000" marR="0" lvl="0" indent="-1206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Char char="•"/>
                </a:pPr>
                <a:r>
                  <a:rPr lang="en"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vCDN, AR/VR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127000" marR="0" lvl="0" indent="-1206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Char char="•"/>
                </a:pPr>
                <a:r>
                  <a:rPr lang="en"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Rendering, Video transcoding</a:t>
                </a:r>
                <a:endParaRPr sz="900" b="0" i="0" u="none" strike="noStrike" cap="non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36" name="Google Shape;221;g31ed28cfa71_0_425">
                <a:extLst>
                  <a:ext uri="{FF2B5EF4-FFF2-40B4-BE49-F238E27FC236}">
                    <a16:creationId xmlns:a16="http://schemas.microsoft.com/office/drawing/2014/main" id="{FB04CD8A-B4D5-BFE5-FC06-C83968FF6399}"/>
                  </a:ext>
                </a:extLst>
              </p:cNvPr>
              <p:cNvSpPr txBox="1"/>
              <p:nvPr/>
            </p:nvSpPr>
            <p:spPr>
              <a:xfrm>
                <a:off x="7868910" y="4661397"/>
                <a:ext cx="3655200" cy="5031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200" tIns="45600" rIns="91200" bIns="45600" anchor="t" anchorCtr="0">
                <a:spAutoFit/>
              </a:bodyPr>
              <a:lstStyle/>
              <a:p>
                <a:pPr marL="127000" marR="0" lvl="0" indent="-1206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Char char="•"/>
                </a:pPr>
                <a:r>
                  <a:rPr lang="en"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AI Training , Big Data</a:t>
                </a:r>
                <a:endParaRPr sz="900" b="0" i="0" u="none" strike="noStrike" cap="non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  <a:p>
                <a:pPr marL="127000" marR="0" lvl="0" indent="-1206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Char char="•"/>
                </a:pPr>
                <a:r>
                  <a:rPr lang="en"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AI Training/Inferencing, Video transcoding</a:t>
                </a:r>
                <a:endParaRPr sz="900" b="0" i="0" u="none" strike="noStrike" cap="non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37" name="Google Shape;222;g31ed28cfa71_0_425">
                <a:extLst>
                  <a:ext uri="{FF2B5EF4-FFF2-40B4-BE49-F238E27FC236}">
                    <a16:creationId xmlns:a16="http://schemas.microsoft.com/office/drawing/2014/main" id="{27142E84-9D5D-F61A-DCAC-6CAE003C2235}"/>
                  </a:ext>
                </a:extLst>
              </p:cNvPr>
              <p:cNvSpPr/>
              <p:nvPr/>
            </p:nvSpPr>
            <p:spPr>
              <a:xfrm>
                <a:off x="591402" y="4685857"/>
                <a:ext cx="1117500" cy="42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Typical Apps</a:t>
                </a:r>
                <a:endParaRPr sz="900" b="0" i="0" u="none" strike="noStrike" cap="non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5" name="Google Shape;223;g31ed28cfa71_0_425">
              <a:extLst>
                <a:ext uri="{FF2B5EF4-FFF2-40B4-BE49-F238E27FC236}">
                  <a16:creationId xmlns:a16="http://schemas.microsoft.com/office/drawing/2014/main" id="{E9DAE9C1-C925-160D-04FD-CB80C6E9E79D}"/>
                </a:ext>
              </a:extLst>
            </p:cNvPr>
            <p:cNvGrpSpPr/>
            <p:nvPr/>
          </p:nvGrpSpPr>
          <p:grpSpPr>
            <a:xfrm>
              <a:off x="798384" y="3528707"/>
              <a:ext cx="9496094" cy="1142494"/>
              <a:chOff x="798384" y="3528707"/>
              <a:chExt cx="9496094" cy="1142494"/>
            </a:xfrm>
          </p:grpSpPr>
          <p:grpSp>
            <p:nvGrpSpPr>
              <p:cNvPr id="6" name="Google Shape;224;g31ed28cfa71_0_425">
                <a:extLst>
                  <a:ext uri="{FF2B5EF4-FFF2-40B4-BE49-F238E27FC236}">
                    <a16:creationId xmlns:a16="http://schemas.microsoft.com/office/drawing/2014/main" id="{35260863-79E7-90B6-C4C0-2C9D06BD20F2}"/>
                  </a:ext>
                </a:extLst>
              </p:cNvPr>
              <p:cNvGrpSpPr/>
              <p:nvPr/>
            </p:nvGrpSpPr>
            <p:grpSpPr>
              <a:xfrm>
                <a:off x="5682280" y="3553771"/>
                <a:ext cx="1718218" cy="1117430"/>
                <a:chOff x="3679751" y="835615"/>
                <a:chExt cx="1681066" cy="1316327"/>
              </a:xfrm>
            </p:grpSpPr>
            <p:sp>
              <p:nvSpPr>
                <p:cNvPr id="27" name="Google Shape;225;g31ed28cfa71_0_425">
                  <a:extLst>
                    <a:ext uri="{FF2B5EF4-FFF2-40B4-BE49-F238E27FC236}">
                      <a16:creationId xmlns:a16="http://schemas.microsoft.com/office/drawing/2014/main" id="{D4F7A46E-E805-6A31-0309-E4C73B22FF57}"/>
                    </a:ext>
                  </a:extLst>
                </p:cNvPr>
                <p:cNvSpPr/>
                <p:nvPr/>
              </p:nvSpPr>
              <p:spPr>
                <a:xfrm>
                  <a:off x="3684717" y="835615"/>
                  <a:ext cx="1676100" cy="890400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rgbClr val="FFFFF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21625" tIns="60800" rIns="121625" bIns="6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" name="Google Shape;226;g31ed28cfa71_0_425">
                  <a:extLst>
                    <a:ext uri="{FF2B5EF4-FFF2-40B4-BE49-F238E27FC236}">
                      <a16:creationId xmlns:a16="http://schemas.microsoft.com/office/drawing/2014/main" id="{927F4B7F-229B-5C0F-DF92-02755527837E}"/>
                    </a:ext>
                  </a:extLst>
                </p:cNvPr>
                <p:cNvSpPr/>
                <p:nvPr/>
              </p:nvSpPr>
              <p:spPr>
                <a:xfrm>
                  <a:off x="3895160" y="835617"/>
                  <a:ext cx="1319400" cy="529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200" tIns="45600" rIns="91200" bIns="456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" sz="9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Regional Edge </a:t>
                  </a:r>
                  <a:endParaRPr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29" name="Google Shape;227;g31ed28cfa71_0_425">
                  <a:extLst>
                    <a:ext uri="{FF2B5EF4-FFF2-40B4-BE49-F238E27FC236}">
                      <a16:creationId xmlns:a16="http://schemas.microsoft.com/office/drawing/2014/main" id="{0F73E125-7ACF-12E4-A7B6-5913591FFCA4}"/>
                    </a:ext>
                  </a:extLst>
                </p:cNvPr>
                <p:cNvSpPr/>
                <p:nvPr/>
              </p:nvSpPr>
              <p:spPr>
                <a:xfrm>
                  <a:off x="4184531" y="1067807"/>
                  <a:ext cx="1091275" cy="54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0" h="10000" extrusionOk="0">
                      <a:moveTo>
                        <a:pt x="8448" y="9807"/>
                      </a:moveTo>
                      <a:lnTo>
                        <a:pt x="1220" y="9711"/>
                      </a:lnTo>
                      <a:cubicBezTo>
                        <a:pt x="1220" y="9711"/>
                        <a:pt x="0" y="9253"/>
                        <a:pt x="199" y="6988"/>
                      </a:cubicBezTo>
                      <a:cubicBezTo>
                        <a:pt x="424" y="4530"/>
                        <a:pt x="1638" y="4336"/>
                        <a:pt x="1638" y="4336"/>
                      </a:cubicBezTo>
                      <a:cubicBezTo>
                        <a:pt x="1638" y="4336"/>
                        <a:pt x="1711" y="1277"/>
                        <a:pt x="3806" y="627"/>
                      </a:cubicBezTo>
                      <a:cubicBezTo>
                        <a:pt x="5849" y="0"/>
                        <a:pt x="6684" y="2940"/>
                        <a:pt x="6684" y="2940"/>
                      </a:cubicBezTo>
                      <a:cubicBezTo>
                        <a:pt x="6684" y="2940"/>
                        <a:pt x="7732" y="1542"/>
                        <a:pt x="8621" y="2867"/>
                      </a:cubicBezTo>
                      <a:cubicBezTo>
                        <a:pt x="9363" y="3952"/>
                        <a:pt x="9054" y="5692"/>
                        <a:pt x="9054" y="5692"/>
                      </a:cubicBezTo>
                      <a:cubicBezTo>
                        <a:pt x="9054" y="5692"/>
                        <a:pt x="10000" y="6361"/>
                        <a:pt x="9841" y="8096"/>
                      </a:cubicBezTo>
                      <a:cubicBezTo>
                        <a:pt x="9668" y="10000"/>
                        <a:pt x="8448" y="9807"/>
                        <a:pt x="8448" y="9807"/>
                      </a:cubicBezTo>
                      <a:close/>
                    </a:path>
                  </a:pathLst>
                </a:custGeom>
                <a:solidFill>
                  <a:srgbClr val="FFC000"/>
                </a:solidFill>
                <a:ln w="127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114875" tIns="57425" rIns="114875" bIns="57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22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500"/>
                    <a:buFont typeface="Arial"/>
                    <a:buNone/>
                  </a:pPr>
                  <a:endParaRPr sz="1200" b="0" i="0" u="none" strike="noStrike" cap="non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30" name="Google Shape;228;g31ed28cfa71_0_425">
                  <a:extLst>
                    <a:ext uri="{FF2B5EF4-FFF2-40B4-BE49-F238E27FC236}">
                      <a16:creationId xmlns:a16="http://schemas.microsoft.com/office/drawing/2014/main" id="{1FED5903-0CF7-B414-A985-ABC3541EBCAD}"/>
                    </a:ext>
                  </a:extLst>
                </p:cNvPr>
                <p:cNvSpPr/>
                <p:nvPr/>
              </p:nvSpPr>
              <p:spPr>
                <a:xfrm>
                  <a:off x="4437635" y="1189242"/>
                  <a:ext cx="759300" cy="962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200" tIns="45600" rIns="91200" bIns="456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en" sz="8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Cloud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en" sz="8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 Services</a:t>
                  </a:r>
                  <a:endParaRPr sz="8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grpSp>
              <p:nvGrpSpPr>
                <p:cNvPr id="31" name="Google Shape;229;g31ed28cfa71_0_425">
                  <a:extLst>
                    <a:ext uri="{FF2B5EF4-FFF2-40B4-BE49-F238E27FC236}">
                      <a16:creationId xmlns:a16="http://schemas.microsoft.com/office/drawing/2014/main" id="{E1F0068A-F02F-68AA-D1F4-0F0670AA3E4E}"/>
                    </a:ext>
                  </a:extLst>
                </p:cNvPr>
                <p:cNvGrpSpPr/>
                <p:nvPr/>
              </p:nvGrpSpPr>
              <p:grpSpPr>
                <a:xfrm>
                  <a:off x="3679751" y="1166436"/>
                  <a:ext cx="856440" cy="513381"/>
                  <a:chOff x="4139952" y="2535806"/>
                  <a:chExt cx="1080000" cy="663369"/>
                </a:xfrm>
              </p:grpSpPr>
              <p:sp>
                <p:nvSpPr>
                  <p:cNvPr id="32" name="Google Shape;230;g31ed28cfa71_0_425">
                    <a:extLst>
                      <a:ext uri="{FF2B5EF4-FFF2-40B4-BE49-F238E27FC236}">
                        <a16:creationId xmlns:a16="http://schemas.microsoft.com/office/drawing/2014/main" id="{D7E64141-7494-52BB-FDAE-4C80C34F4730}"/>
                      </a:ext>
                    </a:extLst>
                  </p:cNvPr>
                  <p:cNvSpPr/>
                  <p:nvPr/>
                </p:nvSpPr>
                <p:spPr>
                  <a:xfrm>
                    <a:off x="4139952" y="2535806"/>
                    <a:ext cx="1080000" cy="540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00" h="10000" extrusionOk="0">
                        <a:moveTo>
                          <a:pt x="8448" y="9807"/>
                        </a:moveTo>
                        <a:lnTo>
                          <a:pt x="1220" y="9711"/>
                        </a:lnTo>
                        <a:cubicBezTo>
                          <a:pt x="1220" y="9711"/>
                          <a:pt x="0" y="9253"/>
                          <a:pt x="199" y="6988"/>
                        </a:cubicBezTo>
                        <a:cubicBezTo>
                          <a:pt x="424" y="4530"/>
                          <a:pt x="1638" y="4336"/>
                          <a:pt x="1638" y="4336"/>
                        </a:cubicBezTo>
                        <a:cubicBezTo>
                          <a:pt x="1638" y="4336"/>
                          <a:pt x="1711" y="1277"/>
                          <a:pt x="3806" y="627"/>
                        </a:cubicBezTo>
                        <a:cubicBezTo>
                          <a:pt x="5849" y="0"/>
                          <a:pt x="6684" y="2940"/>
                          <a:pt x="6684" y="2940"/>
                        </a:cubicBezTo>
                        <a:cubicBezTo>
                          <a:pt x="6684" y="2940"/>
                          <a:pt x="7732" y="1542"/>
                          <a:pt x="8621" y="2867"/>
                        </a:cubicBezTo>
                        <a:cubicBezTo>
                          <a:pt x="9363" y="3952"/>
                          <a:pt x="9054" y="5692"/>
                          <a:pt x="9054" y="5692"/>
                        </a:cubicBezTo>
                        <a:cubicBezTo>
                          <a:pt x="9054" y="5692"/>
                          <a:pt x="10000" y="6361"/>
                          <a:pt x="9841" y="8096"/>
                        </a:cubicBezTo>
                        <a:cubicBezTo>
                          <a:pt x="9668" y="10000"/>
                          <a:pt x="8448" y="9807"/>
                          <a:pt x="8448" y="980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009ED6"/>
                      </a:gs>
                      <a:gs pos="12000">
                        <a:srgbClr val="009ED6"/>
                      </a:gs>
                      <a:gs pos="67000">
                        <a:srgbClr val="006F96"/>
                      </a:gs>
                      <a:gs pos="100000">
                        <a:srgbClr val="006082"/>
                      </a:gs>
                    </a:gsLst>
                    <a:lin ang="5400012" scaled="0"/>
                  </a:gradFill>
                  <a:ln w="12700" cap="flat" cmpd="sng">
                    <a:solidFill>
                      <a:srgbClr val="FFFF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64750" tIns="32375" rIns="64750" bIns="323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222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00000"/>
                      </a:buClr>
                      <a:buSzPts val="500"/>
                      <a:buFont typeface="Arial"/>
                      <a:buNone/>
                    </a:pPr>
                    <a:endParaRPr sz="1100" b="0" i="0" u="none" strike="noStrike" cap="none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endParaRPr>
                  </a:p>
                </p:txBody>
              </p:sp>
              <p:sp>
                <p:nvSpPr>
                  <p:cNvPr id="33" name="Google Shape;231;g31ed28cfa71_0_425">
                    <a:extLst>
                      <a:ext uri="{FF2B5EF4-FFF2-40B4-BE49-F238E27FC236}">
                        <a16:creationId xmlns:a16="http://schemas.microsoft.com/office/drawing/2014/main" id="{62BDB3E8-A6FA-9EB1-CD72-C005ABB828DE}"/>
                      </a:ext>
                    </a:extLst>
                  </p:cNvPr>
                  <p:cNvSpPr/>
                  <p:nvPr/>
                </p:nvSpPr>
                <p:spPr>
                  <a:xfrm>
                    <a:off x="4413533" y="2717975"/>
                    <a:ext cx="552300" cy="48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51400" tIns="25700" rIns="51400" bIns="25700" anchor="t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800"/>
                      <a:buFont typeface="Arial"/>
                      <a:buNone/>
                    </a:pPr>
                    <a:r>
                      <a:rPr lang="en" sz="700" b="0" i="0" u="none" strike="noStrike" cap="non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rPr>
                      <a:t>MEC</a:t>
                    </a:r>
                    <a:endParaRPr sz="700" b="0" i="0" u="none" strike="noStrike" cap="none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endParaRPr>
                  </a:p>
                </p:txBody>
              </p:sp>
            </p:grpSp>
          </p:grpSp>
          <p:grpSp>
            <p:nvGrpSpPr>
              <p:cNvPr id="7" name="Google Shape;232;g31ed28cfa71_0_425">
                <a:extLst>
                  <a:ext uri="{FF2B5EF4-FFF2-40B4-BE49-F238E27FC236}">
                    <a16:creationId xmlns:a16="http://schemas.microsoft.com/office/drawing/2014/main" id="{850C2815-ED5B-8E11-170F-CBC09C24E52B}"/>
                  </a:ext>
                </a:extLst>
              </p:cNvPr>
              <p:cNvGrpSpPr/>
              <p:nvPr/>
            </p:nvGrpSpPr>
            <p:grpSpPr>
              <a:xfrm>
                <a:off x="3678002" y="3535912"/>
                <a:ext cx="1525898" cy="798016"/>
                <a:chOff x="1578388" y="1396997"/>
                <a:chExt cx="1570500" cy="934007"/>
              </a:xfrm>
            </p:grpSpPr>
            <p:sp>
              <p:nvSpPr>
                <p:cNvPr id="23" name="Google Shape;233;g31ed28cfa71_0_425">
                  <a:extLst>
                    <a:ext uri="{FF2B5EF4-FFF2-40B4-BE49-F238E27FC236}">
                      <a16:creationId xmlns:a16="http://schemas.microsoft.com/office/drawing/2014/main" id="{3F676A08-7776-6EB2-D0BF-84B5F53F57DE}"/>
                    </a:ext>
                  </a:extLst>
                </p:cNvPr>
                <p:cNvSpPr/>
                <p:nvPr/>
              </p:nvSpPr>
              <p:spPr>
                <a:xfrm>
                  <a:off x="1721154" y="1627564"/>
                  <a:ext cx="1284750" cy="6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0" h="10000" extrusionOk="0">
                      <a:moveTo>
                        <a:pt x="8448" y="9807"/>
                      </a:moveTo>
                      <a:lnTo>
                        <a:pt x="1220" y="9711"/>
                      </a:lnTo>
                      <a:cubicBezTo>
                        <a:pt x="1220" y="9711"/>
                        <a:pt x="0" y="9253"/>
                        <a:pt x="199" y="6988"/>
                      </a:cubicBezTo>
                      <a:cubicBezTo>
                        <a:pt x="424" y="4530"/>
                        <a:pt x="1638" y="4336"/>
                        <a:pt x="1638" y="4336"/>
                      </a:cubicBezTo>
                      <a:cubicBezTo>
                        <a:pt x="1638" y="4336"/>
                        <a:pt x="1711" y="1277"/>
                        <a:pt x="3806" y="627"/>
                      </a:cubicBezTo>
                      <a:cubicBezTo>
                        <a:pt x="5849" y="0"/>
                        <a:pt x="6684" y="2940"/>
                        <a:pt x="6684" y="2940"/>
                      </a:cubicBezTo>
                      <a:cubicBezTo>
                        <a:pt x="6684" y="2940"/>
                        <a:pt x="7732" y="1542"/>
                        <a:pt x="8621" y="2867"/>
                      </a:cubicBezTo>
                      <a:cubicBezTo>
                        <a:pt x="9363" y="3952"/>
                        <a:pt x="9054" y="5692"/>
                        <a:pt x="9054" y="5692"/>
                      </a:cubicBezTo>
                      <a:cubicBezTo>
                        <a:pt x="9054" y="5692"/>
                        <a:pt x="10000" y="6361"/>
                        <a:pt x="9841" y="8096"/>
                      </a:cubicBezTo>
                      <a:cubicBezTo>
                        <a:pt x="9668" y="10000"/>
                        <a:pt x="8448" y="9807"/>
                        <a:pt x="8448" y="980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09ED6"/>
                    </a:gs>
                    <a:gs pos="12000">
                      <a:srgbClr val="009ED6"/>
                    </a:gs>
                    <a:gs pos="67000">
                      <a:srgbClr val="006F96"/>
                    </a:gs>
                    <a:gs pos="100000">
                      <a:srgbClr val="006082"/>
                    </a:gs>
                  </a:gsLst>
                  <a:lin ang="5400012" scaled="0"/>
                </a:gradFill>
                <a:ln w="127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114875" tIns="57425" rIns="114875" bIns="57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249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500"/>
                    <a:buFont typeface="Arial"/>
                    <a:buNone/>
                  </a:pPr>
                  <a:endParaRPr sz="900" b="0" i="0" u="none" strike="noStrike" cap="non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24" name="Google Shape;234;g31ed28cfa71_0_425">
                  <a:extLst>
                    <a:ext uri="{FF2B5EF4-FFF2-40B4-BE49-F238E27FC236}">
                      <a16:creationId xmlns:a16="http://schemas.microsoft.com/office/drawing/2014/main" id="{52B17015-2023-E7B9-9177-D66DE21D40D6}"/>
                    </a:ext>
                  </a:extLst>
                </p:cNvPr>
                <p:cNvSpPr/>
                <p:nvPr/>
              </p:nvSpPr>
              <p:spPr>
                <a:xfrm>
                  <a:off x="1578388" y="1396997"/>
                  <a:ext cx="1570500" cy="890400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rgbClr val="FFFFF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21625" tIns="60800" rIns="121625" bIns="6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endParaRPr sz="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" name="Google Shape;235;g31ed28cfa71_0_425">
                  <a:extLst>
                    <a:ext uri="{FF2B5EF4-FFF2-40B4-BE49-F238E27FC236}">
                      <a16:creationId xmlns:a16="http://schemas.microsoft.com/office/drawing/2014/main" id="{22F90E38-AB2E-A787-E92C-B8E16519C627}"/>
                    </a:ext>
                  </a:extLst>
                </p:cNvPr>
                <p:cNvSpPr/>
                <p:nvPr/>
              </p:nvSpPr>
              <p:spPr>
                <a:xfrm>
                  <a:off x="2062087" y="1870804"/>
                  <a:ext cx="566100" cy="46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200" tIns="45600" rIns="91200" bIns="456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lang="en" sz="800" b="0" i="0" u="none" strike="noStrike" cap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MEC</a:t>
                  </a:r>
                  <a:endParaRPr sz="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" name="Google Shape;236;g31ed28cfa71_0_425">
                  <a:extLst>
                    <a:ext uri="{FF2B5EF4-FFF2-40B4-BE49-F238E27FC236}">
                      <a16:creationId xmlns:a16="http://schemas.microsoft.com/office/drawing/2014/main" id="{236892AD-B5A2-83FE-97E2-F1EB1970465F}"/>
                    </a:ext>
                  </a:extLst>
                </p:cNvPr>
                <p:cNvSpPr/>
                <p:nvPr/>
              </p:nvSpPr>
              <p:spPr>
                <a:xfrm>
                  <a:off x="1890509" y="1396999"/>
                  <a:ext cx="909300" cy="380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200" tIns="45600" rIns="91200" bIns="456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en" sz="8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City Edge</a:t>
                  </a:r>
                  <a:endParaRPr sz="8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</p:grpSp>
          <p:grpSp>
            <p:nvGrpSpPr>
              <p:cNvPr id="8" name="Google Shape;237;g31ed28cfa71_0_425">
                <a:extLst>
                  <a:ext uri="{FF2B5EF4-FFF2-40B4-BE49-F238E27FC236}">
                    <a16:creationId xmlns:a16="http://schemas.microsoft.com/office/drawing/2014/main" id="{AF462B83-4726-9F1D-228C-734466513FA0}"/>
                  </a:ext>
                </a:extLst>
              </p:cNvPr>
              <p:cNvGrpSpPr/>
              <p:nvPr/>
            </p:nvGrpSpPr>
            <p:grpSpPr>
              <a:xfrm>
                <a:off x="8770551" y="3541916"/>
                <a:ext cx="1523927" cy="758993"/>
                <a:chOff x="5826221" y="835615"/>
                <a:chExt cx="1427700" cy="894090"/>
              </a:xfrm>
            </p:grpSpPr>
            <p:sp>
              <p:nvSpPr>
                <p:cNvPr id="19" name="Google Shape;238;g31ed28cfa71_0_425">
                  <a:extLst>
                    <a:ext uri="{FF2B5EF4-FFF2-40B4-BE49-F238E27FC236}">
                      <a16:creationId xmlns:a16="http://schemas.microsoft.com/office/drawing/2014/main" id="{DE2A435A-13A4-B185-E9CA-4DED4B27D210}"/>
                    </a:ext>
                  </a:extLst>
                </p:cNvPr>
                <p:cNvSpPr/>
                <p:nvPr/>
              </p:nvSpPr>
              <p:spPr>
                <a:xfrm>
                  <a:off x="5897603" y="1044558"/>
                  <a:ext cx="1284750" cy="6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0" h="10000" extrusionOk="0">
                      <a:moveTo>
                        <a:pt x="8448" y="9807"/>
                      </a:moveTo>
                      <a:lnTo>
                        <a:pt x="1220" y="9711"/>
                      </a:lnTo>
                      <a:cubicBezTo>
                        <a:pt x="1220" y="9711"/>
                        <a:pt x="0" y="9253"/>
                        <a:pt x="199" y="6988"/>
                      </a:cubicBezTo>
                      <a:cubicBezTo>
                        <a:pt x="424" y="4530"/>
                        <a:pt x="1638" y="4336"/>
                        <a:pt x="1638" y="4336"/>
                      </a:cubicBezTo>
                      <a:cubicBezTo>
                        <a:pt x="1638" y="4336"/>
                        <a:pt x="1711" y="1277"/>
                        <a:pt x="3806" y="627"/>
                      </a:cubicBezTo>
                      <a:cubicBezTo>
                        <a:pt x="5849" y="0"/>
                        <a:pt x="6684" y="2940"/>
                        <a:pt x="6684" y="2940"/>
                      </a:cubicBezTo>
                      <a:cubicBezTo>
                        <a:pt x="6684" y="2940"/>
                        <a:pt x="7732" y="1542"/>
                        <a:pt x="8621" y="2867"/>
                      </a:cubicBezTo>
                      <a:cubicBezTo>
                        <a:pt x="9363" y="3952"/>
                        <a:pt x="9054" y="5692"/>
                        <a:pt x="9054" y="5692"/>
                      </a:cubicBezTo>
                      <a:cubicBezTo>
                        <a:pt x="9054" y="5692"/>
                        <a:pt x="10000" y="6361"/>
                        <a:pt x="9841" y="8096"/>
                      </a:cubicBezTo>
                      <a:cubicBezTo>
                        <a:pt x="9668" y="10000"/>
                        <a:pt x="8448" y="9807"/>
                        <a:pt x="8448" y="9807"/>
                      </a:cubicBezTo>
                      <a:close/>
                    </a:path>
                  </a:pathLst>
                </a:custGeom>
                <a:solidFill>
                  <a:srgbClr val="FFC000"/>
                </a:solidFill>
                <a:ln w="127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114875" tIns="57425" rIns="114875" bIns="57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249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500"/>
                    <a:buFont typeface="Arial"/>
                    <a:buNone/>
                  </a:pPr>
                  <a:endParaRPr sz="900" b="0" i="0" u="none" strike="noStrike" cap="non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20" name="Google Shape;239;g31ed28cfa71_0_425">
                  <a:extLst>
                    <a:ext uri="{FF2B5EF4-FFF2-40B4-BE49-F238E27FC236}">
                      <a16:creationId xmlns:a16="http://schemas.microsoft.com/office/drawing/2014/main" id="{D7EF25CE-9085-C503-482E-0392015D0AB7}"/>
                    </a:ext>
                  </a:extLst>
                </p:cNvPr>
                <p:cNvSpPr/>
                <p:nvPr/>
              </p:nvSpPr>
              <p:spPr>
                <a:xfrm>
                  <a:off x="5826221" y="835615"/>
                  <a:ext cx="1427700" cy="890400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rgbClr val="FFFFF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21625" tIns="60800" rIns="121625" bIns="6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endParaRPr sz="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" name="Google Shape;240;g31ed28cfa71_0_425">
                  <a:extLst>
                    <a:ext uri="{FF2B5EF4-FFF2-40B4-BE49-F238E27FC236}">
                      <a16:creationId xmlns:a16="http://schemas.microsoft.com/office/drawing/2014/main" id="{1FE379D0-D0F0-B1E9-818E-5C11EE6A82E8}"/>
                    </a:ext>
                  </a:extLst>
                </p:cNvPr>
                <p:cNvSpPr/>
                <p:nvPr/>
              </p:nvSpPr>
              <p:spPr>
                <a:xfrm>
                  <a:off x="6012058" y="1266505"/>
                  <a:ext cx="1066500" cy="46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200" tIns="45600" rIns="91200" bIns="456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en" sz="8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Cloud Services</a:t>
                  </a:r>
                  <a:endParaRPr sz="8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22" name="Google Shape;241;g31ed28cfa71_0_425">
                  <a:extLst>
                    <a:ext uri="{FF2B5EF4-FFF2-40B4-BE49-F238E27FC236}">
                      <a16:creationId xmlns:a16="http://schemas.microsoft.com/office/drawing/2014/main" id="{8028765B-D29C-8466-CBA2-0625C9750EA3}"/>
                    </a:ext>
                  </a:extLst>
                </p:cNvPr>
                <p:cNvSpPr/>
                <p:nvPr/>
              </p:nvSpPr>
              <p:spPr>
                <a:xfrm>
                  <a:off x="6235015" y="835617"/>
                  <a:ext cx="637200" cy="43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200" tIns="45600" rIns="91200" bIns="456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lang="en" sz="9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Cloud</a:t>
                  </a:r>
                  <a:endParaRPr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</p:grpSp>
          <p:grpSp>
            <p:nvGrpSpPr>
              <p:cNvPr id="9" name="Google Shape;242;g31ed28cfa71_0_425">
                <a:extLst>
                  <a:ext uri="{FF2B5EF4-FFF2-40B4-BE49-F238E27FC236}">
                    <a16:creationId xmlns:a16="http://schemas.microsoft.com/office/drawing/2014/main" id="{1C23D012-2AE9-918F-55F3-0BE26D2FC299}"/>
                  </a:ext>
                </a:extLst>
              </p:cNvPr>
              <p:cNvGrpSpPr/>
              <p:nvPr/>
            </p:nvGrpSpPr>
            <p:grpSpPr>
              <a:xfrm>
                <a:off x="1961289" y="3528707"/>
                <a:ext cx="1525898" cy="798016"/>
                <a:chOff x="1578388" y="1396997"/>
                <a:chExt cx="1570500" cy="934007"/>
              </a:xfrm>
            </p:grpSpPr>
            <p:sp>
              <p:nvSpPr>
                <p:cNvPr id="15" name="Google Shape;243;g31ed28cfa71_0_425">
                  <a:extLst>
                    <a:ext uri="{FF2B5EF4-FFF2-40B4-BE49-F238E27FC236}">
                      <a16:creationId xmlns:a16="http://schemas.microsoft.com/office/drawing/2014/main" id="{52BFE7C2-3B1B-8B43-BA06-E6D4662B15DD}"/>
                    </a:ext>
                  </a:extLst>
                </p:cNvPr>
                <p:cNvSpPr/>
                <p:nvPr/>
              </p:nvSpPr>
              <p:spPr>
                <a:xfrm>
                  <a:off x="1721154" y="1627563"/>
                  <a:ext cx="1284750" cy="6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0" h="10000" extrusionOk="0">
                      <a:moveTo>
                        <a:pt x="8448" y="9807"/>
                      </a:moveTo>
                      <a:lnTo>
                        <a:pt x="1220" y="9711"/>
                      </a:lnTo>
                      <a:cubicBezTo>
                        <a:pt x="1220" y="9711"/>
                        <a:pt x="0" y="9253"/>
                        <a:pt x="199" y="6988"/>
                      </a:cubicBezTo>
                      <a:cubicBezTo>
                        <a:pt x="424" y="4530"/>
                        <a:pt x="1638" y="4336"/>
                        <a:pt x="1638" y="4336"/>
                      </a:cubicBezTo>
                      <a:cubicBezTo>
                        <a:pt x="1638" y="4336"/>
                        <a:pt x="1711" y="1277"/>
                        <a:pt x="3806" y="627"/>
                      </a:cubicBezTo>
                      <a:cubicBezTo>
                        <a:pt x="5849" y="0"/>
                        <a:pt x="6684" y="2940"/>
                        <a:pt x="6684" y="2940"/>
                      </a:cubicBezTo>
                      <a:cubicBezTo>
                        <a:pt x="6684" y="2940"/>
                        <a:pt x="7732" y="1542"/>
                        <a:pt x="8621" y="2867"/>
                      </a:cubicBezTo>
                      <a:cubicBezTo>
                        <a:pt x="9363" y="3952"/>
                        <a:pt x="9054" y="5692"/>
                        <a:pt x="9054" y="5692"/>
                      </a:cubicBezTo>
                      <a:cubicBezTo>
                        <a:pt x="9054" y="5692"/>
                        <a:pt x="10000" y="6361"/>
                        <a:pt x="9841" y="8096"/>
                      </a:cubicBezTo>
                      <a:cubicBezTo>
                        <a:pt x="9668" y="10000"/>
                        <a:pt x="8448" y="9807"/>
                        <a:pt x="8448" y="980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09ED6"/>
                    </a:gs>
                    <a:gs pos="12000">
                      <a:srgbClr val="009ED6"/>
                    </a:gs>
                    <a:gs pos="67000">
                      <a:srgbClr val="006F96"/>
                    </a:gs>
                    <a:gs pos="100000">
                      <a:srgbClr val="006082"/>
                    </a:gs>
                  </a:gsLst>
                  <a:lin ang="5400012" scaled="0"/>
                </a:gradFill>
                <a:ln w="127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114875" tIns="57425" rIns="114875" bIns="57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249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500"/>
                    <a:buFont typeface="Arial"/>
                    <a:buNone/>
                  </a:pPr>
                  <a:endParaRPr sz="900" b="0" i="0" u="none" strike="noStrike" cap="non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16" name="Google Shape;244;g31ed28cfa71_0_425">
                  <a:extLst>
                    <a:ext uri="{FF2B5EF4-FFF2-40B4-BE49-F238E27FC236}">
                      <a16:creationId xmlns:a16="http://schemas.microsoft.com/office/drawing/2014/main" id="{802F6EB6-732E-4E64-AEA8-574BD4A4488E}"/>
                    </a:ext>
                  </a:extLst>
                </p:cNvPr>
                <p:cNvSpPr/>
                <p:nvPr/>
              </p:nvSpPr>
              <p:spPr>
                <a:xfrm>
                  <a:off x="1578388" y="1396997"/>
                  <a:ext cx="1570500" cy="890400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rgbClr val="FFFFF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21625" tIns="60800" rIns="121625" bIns="6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endParaRPr sz="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" name="Google Shape;245;g31ed28cfa71_0_425">
                  <a:extLst>
                    <a:ext uri="{FF2B5EF4-FFF2-40B4-BE49-F238E27FC236}">
                      <a16:creationId xmlns:a16="http://schemas.microsoft.com/office/drawing/2014/main" id="{FF2A5428-848B-D25F-4290-088900609756}"/>
                    </a:ext>
                  </a:extLst>
                </p:cNvPr>
                <p:cNvSpPr/>
                <p:nvPr/>
              </p:nvSpPr>
              <p:spPr>
                <a:xfrm>
                  <a:off x="2062087" y="1870804"/>
                  <a:ext cx="566100" cy="46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200" tIns="45600" rIns="91200" bIns="456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lang="en" sz="800" b="0" i="0" u="none" strike="noStrike" cap="non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MEC</a:t>
                  </a:r>
                  <a:endParaRPr sz="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" name="Google Shape;246;g31ed28cfa71_0_425">
                  <a:extLst>
                    <a:ext uri="{FF2B5EF4-FFF2-40B4-BE49-F238E27FC236}">
                      <a16:creationId xmlns:a16="http://schemas.microsoft.com/office/drawing/2014/main" id="{219ECA6D-AA64-28BE-DC6B-233B3B529348}"/>
                    </a:ext>
                  </a:extLst>
                </p:cNvPr>
                <p:cNvSpPr/>
                <p:nvPr/>
              </p:nvSpPr>
              <p:spPr>
                <a:xfrm>
                  <a:off x="1714796" y="1396999"/>
                  <a:ext cx="1260900" cy="380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200" tIns="45600" rIns="91200" bIns="456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en" sz="800" b="0" i="0" u="none" strike="noStrike" cap="non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Nearside Edge</a:t>
                  </a:r>
                  <a:endParaRPr sz="8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</p:grpSp>
          <p:sp>
            <p:nvSpPr>
              <p:cNvPr id="10" name="Google Shape;247;g31ed28cfa71_0_425">
                <a:extLst>
                  <a:ext uri="{FF2B5EF4-FFF2-40B4-BE49-F238E27FC236}">
                    <a16:creationId xmlns:a16="http://schemas.microsoft.com/office/drawing/2014/main" id="{9070D927-83C7-47F9-0C29-6CE3F0C02C81}"/>
                  </a:ext>
                </a:extLst>
              </p:cNvPr>
              <p:cNvSpPr txBox="1"/>
              <p:nvPr/>
            </p:nvSpPr>
            <p:spPr>
              <a:xfrm>
                <a:off x="8997340" y="4289463"/>
                <a:ext cx="1124100" cy="25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tens</a:t>
                </a:r>
                <a:endParaRPr sz="900" b="0" i="0" u="none" strike="noStrike" cap="non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11" name="Google Shape;248;g31ed28cfa71_0_425">
                <a:extLst>
                  <a:ext uri="{FF2B5EF4-FFF2-40B4-BE49-F238E27FC236}">
                    <a16:creationId xmlns:a16="http://schemas.microsoft.com/office/drawing/2014/main" id="{2560A549-7E96-5BF0-2FD4-C0EAD0F1D29B}"/>
                  </a:ext>
                </a:extLst>
              </p:cNvPr>
              <p:cNvSpPr txBox="1"/>
              <p:nvPr/>
            </p:nvSpPr>
            <p:spPr>
              <a:xfrm>
                <a:off x="5773666" y="4296393"/>
                <a:ext cx="1745400" cy="25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Tens- Hundreds</a:t>
                </a:r>
                <a:endParaRPr sz="900" b="0" i="0" u="none" strike="noStrike" cap="non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12" name="Google Shape;249;g31ed28cfa71_0_425">
                <a:extLst>
                  <a:ext uri="{FF2B5EF4-FFF2-40B4-BE49-F238E27FC236}">
                    <a16:creationId xmlns:a16="http://schemas.microsoft.com/office/drawing/2014/main" id="{0509B9D7-F93C-B628-8F4C-51BFB92CAB98}"/>
                  </a:ext>
                </a:extLst>
              </p:cNvPr>
              <p:cNvSpPr txBox="1"/>
              <p:nvPr/>
            </p:nvSpPr>
            <p:spPr>
              <a:xfrm>
                <a:off x="3718040" y="4296392"/>
                <a:ext cx="1922700" cy="25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Hundreds-Thousands</a:t>
                </a:r>
                <a:endParaRPr sz="900" b="0" i="0" u="none" strike="noStrike" cap="non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13" name="Google Shape;250;g31ed28cfa71_0_425">
                <a:extLst>
                  <a:ext uri="{FF2B5EF4-FFF2-40B4-BE49-F238E27FC236}">
                    <a16:creationId xmlns:a16="http://schemas.microsoft.com/office/drawing/2014/main" id="{7A93E5BD-B163-AC93-DC6C-B4DB4D499049}"/>
                  </a:ext>
                </a:extLst>
              </p:cNvPr>
              <p:cNvSpPr/>
              <p:nvPr/>
            </p:nvSpPr>
            <p:spPr>
              <a:xfrm>
                <a:off x="798384" y="3908181"/>
                <a:ext cx="585300" cy="42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EDGE</a:t>
                </a:r>
                <a:endParaRPr sz="900" b="0" i="0" u="none" strike="noStrike" cap="non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14" name="Google Shape;251;g31ed28cfa71_0_425">
                <a:extLst>
                  <a:ext uri="{FF2B5EF4-FFF2-40B4-BE49-F238E27FC236}">
                    <a16:creationId xmlns:a16="http://schemas.microsoft.com/office/drawing/2014/main" id="{E42A1ABE-8C22-5BC3-732F-425E1F8013B6}"/>
                  </a:ext>
                </a:extLst>
              </p:cNvPr>
              <p:cNvSpPr txBox="1"/>
              <p:nvPr/>
            </p:nvSpPr>
            <p:spPr>
              <a:xfrm>
                <a:off x="2359572" y="4289392"/>
                <a:ext cx="828900" cy="25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 b="0" i="0" u="none" strike="noStrike" cap="non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Millions</a:t>
                </a:r>
                <a:endParaRPr sz="900" b="0" i="0" u="none" strike="noStrike" cap="non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</p:grpSp>
      <p:sp>
        <p:nvSpPr>
          <p:cNvPr id="341" name="Google Shape;337;p45">
            <a:extLst>
              <a:ext uri="{FF2B5EF4-FFF2-40B4-BE49-F238E27FC236}">
                <a16:creationId xmlns:a16="http://schemas.microsoft.com/office/drawing/2014/main" id="{65E88C56-3E9F-7D93-8F49-DCE331EFF1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7" y="-48961"/>
            <a:ext cx="1667291" cy="3562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sz="1400" dirty="0"/>
              <a:t>Edge Computing</a:t>
            </a:r>
            <a:endParaRPr sz="1400" dirty="0"/>
          </a:p>
        </p:txBody>
      </p:sp>
      <p:sp>
        <p:nvSpPr>
          <p:cNvPr id="335" name="Google Shape;337;p45">
            <a:extLst>
              <a:ext uri="{FF2B5EF4-FFF2-40B4-BE49-F238E27FC236}">
                <a16:creationId xmlns:a16="http://schemas.microsoft.com/office/drawing/2014/main" id="{25C51256-8E0D-3319-9F31-F1C0A18355D3}"/>
              </a:ext>
            </a:extLst>
          </p:cNvPr>
          <p:cNvSpPr txBox="1">
            <a:spLocks/>
          </p:cNvSpPr>
          <p:nvPr/>
        </p:nvSpPr>
        <p:spPr>
          <a:xfrm>
            <a:off x="6091160" y="4137268"/>
            <a:ext cx="3133185" cy="35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algn="l"/>
            <a:r>
              <a:rPr lang="en-IN" sz="900" dirty="0"/>
              <a:t>*Bringing the workloads close to device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>
          <a:extLst>
            <a:ext uri="{FF2B5EF4-FFF2-40B4-BE49-F238E27FC236}">
              <a16:creationId xmlns:a16="http://schemas.microsoft.com/office/drawing/2014/main" id="{E086559F-449C-2EAE-BD51-3435C6A18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315;g31ed28cfa71_0_437">
            <a:extLst>
              <a:ext uri="{FF2B5EF4-FFF2-40B4-BE49-F238E27FC236}">
                <a16:creationId xmlns:a16="http://schemas.microsoft.com/office/drawing/2014/main" id="{8F753C3E-E4A4-3D9D-E794-74F9484A83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70" y="1014363"/>
            <a:ext cx="6430804" cy="331565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16;g31ed28cfa71_0_437">
            <a:extLst>
              <a:ext uri="{FF2B5EF4-FFF2-40B4-BE49-F238E27FC236}">
                <a16:creationId xmlns:a16="http://schemas.microsoft.com/office/drawing/2014/main" id="{958B8AF0-8DBD-3E17-CDB1-327D10EF4FA8}"/>
              </a:ext>
            </a:extLst>
          </p:cNvPr>
          <p:cNvSpPr/>
          <p:nvPr/>
        </p:nvSpPr>
        <p:spPr>
          <a:xfrm>
            <a:off x="6134426" y="760371"/>
            <a:ext cx="2585100" cy="133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2700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Seamless Cloud-Edge Coordination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Edge Autonomy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Resource Readiness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Simplified Device Communication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Ecosystem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37;p45">
            <a:extLst>
              <a:ext uri="{FF2B5EF4-FFF2-40B4-BE49-F238E27FC236}">
                <a16:creationId xmlns:a16="http://schemas.microsoft.com/office/drawing/2014/main" id="{04D51CA5-6231-73F6-7C3C-05F9A80084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3027839" cy="8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dirty="0"/>
              <a:t>Architecture 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0094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>
          <a:extLst>
            <a:ext uri="{FF2B5EF4-FFF2-40B4-BE49-F238E27FC236}">
              <a16:creationId xmlns:a16="http://schemas.microsoft.com/office/drawing/2014/main" id="{E7ECCB21-89CF-B837-3345-7907DD928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oogle Shape;397;p50">
            <a:extLst>
              <a:ext uri="{FF2B5EF4-FFF2-40B4-BE49-F238E27FC236}">
                <a16:creationId xmlns:a16="http://schemas.microsoft.com/office/drawing/2014/main" id="{C03878A0-1302-713D-3E66-1EBFF4483865}"/>
              </a:ext>
            </a:extLst>
          </p:cNvPr>
          <p:cNvGrpSpPr/>
          <p:nvPr/>
        </p:nvGrpSpPr>
        <p:grpSpPr>
          <a:xfrm>
            <a:off x="0" y="757321"/>
            <a:ext cx="2473800" cy="4131000"/>
            <a:chOff x="6670200" y="0"/>
            <a:chExt cx="2473800" cy="4131000"/>
          </a:xfrm>
        </p:grpSpPr>
        <p:sp>
          <p:nvSpPr>
            <p:cNvPr id="398" name="Google Shape;398;p50">
              <a:extLst>
                <a:ext uri="{FF2B5EF4-FFF2-40B4-BE49-F238E27FC236}">
                  <a16:creationId xmlns:a16="http://schemas.microsoft.com/office/drawing/2014/main" id="{68DB1491-C2AB-4015-61A2-B729C30A2D55}"/>
                </a:ext>
              </a:extLst>
            </p:cNvPr>
            <p:cNvSpPr/>
            <p:nvPr/>
          </p:nvSpPr>
          <p:spPr>
            <a:xfrm flipH="1">
              <a:off x="667020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9" name="Google Shape;399;p50">
              <a:extLst>
                <a:ext uri="{FF2B5EF4-FFF2-40B4-BE49-F238E27FC236}">
                  <a16:creationId xmlns:a16="http://schemas.microsoft.com/office/drawing/2014/main" id="{A7F6B6D4-915B-EE91-EE4E-984477C22285}"/>
                </a:ext>
              </a:extLst>
            </p:cNvPr>
            <p:cNvCxnSpPr/>
            <p:nvPr/>
          </p:nvCxnSpPr>
          <p:spPr>
            <a:xfrm rot="10800000">
              <a:off x="84327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0" name="Google Shape;400;p50">
            <a:extLst>
              <a:ext uri="{FF2B5EF4-FFF2-40B4-BE49-F238E27FC236}">
                <a16:creationId xmlns:a16="http://schemas.microsoft.com/office/drawing/2014/main" id="{2F7BE465-6D22-1F4A-0641-2034D508BE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Issue</a:t>
            </a:r>
            <a:endParaRPr dirty="0"/>
          </a:p>
        </p:txBody>
      </p:sp>
      <p:sp>
        <p:nvSpPr>
          <p:cNvPr id="401" name="Google Shape;401;p50">
            <a:extLst>
              <a:ext uri="{FF2B5EF4-FFF2-40B4-BE49-F238E27FC236}">
                <a16:creationId xmlns:a16="http://schemas.microsoft.com/office/drawing/2014/main" id="{C71F2506-812A-A937-4234-A4821E0734F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 flipH="1">
            <a:off x="1438393" y="1778161"/>
            <a:ext cx="1076100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02" name="Google Shape;402;p50">
            <a:extLst>
              <a:ext uri="{FF2B5EF4-FFF2-40B4-BE49-F238E27FC236}">
                <a16:creationId xmlns:a16="http://schemas.microsoft.com/office/drawing/2014/main" id="{3B539117-0496-B816-BCF9-E91092C2B5C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2086706" y="2910660"/>
            <a:ext cx="55791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 err="1"/>
              <a:t>KubeEdge</a:t>
            </a:r>
            <a:r>
              <a:rPr lang="en-IN" dirty="0"/>
              <a:t> test cases enhancement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0144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5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Improve Test Converage of KubeEdge</a:t>
            </a:r>
            <a:endParaRPr dirty="0"/>
          </a:p>
        </p:txBody>
      </p:sp>
      <p:sp>
        <p:nvSpPr>
          <p:cNvPr id="531" name="Google Shape;531;p55"/>
          <p:cNvSpPr txBox="1">
            <a:spLocks noGrp="1"/>
          </p:cNvSpPr>
          <p:nvPr>
            <p:ph type="subTitle" idx="7"/>
          </p:nvPr>
        </p:nvSpPr>
        <p:spPr>
          <a:xfrm>
            <a:off x="3276575" y="2039677"/>
            <a:ext cx="2400300" cy="22584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These tests cover interactions of package components or interactions between </a:t>
            </a:r>
            <a:r>
              <a:rPr lang="en-US" dirty="0" err="1"/>
              <a:t>KubeEdge</a:t>
            </a:r>
            <a:r>
              <a:rPr lang="en-US" dirty="0"/>
              <a:t> components and Kubernetes control plane components like API server.</a:t>
            </a:r>
            <a:endParaRPr dirty="0"/>
          </a:p>
        </p:txBody>
      </p:sp>
      <p:sp>
        <p:nvSpPr>
          <p:cNvPr id="532" name="Google Shape;532;p55"/>
          <p:cNvSpPr txBox="1">
            <a:spLocks noGrp="1"/>
          </p:cNvSpPr>
          <p:nvPr>
            <p:ph type="subTitle" idx="8"/>
          </p:nvPr>
        </p:nvSpPr>
        <p:spPr>
          <a:xfrm>
            <a:off x="440194" y="14514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E2E Tests</a:t>
            </a:r>
            <a:endParaRPr u="sng" dirty="0"/>
          </a:p>
        </p:txBody>
      </p:sp>
      <p:sp>
        <p:nvSpPr>
          <p:cNvPr id="533" name="Google Shape;533;p55"/>
          <p:cNvSpPr txBox="1">
            <a:spLocks noGrp="1"/>
          </p:cNvSpPr>
          <p:nvPr>
            <p:ph type="subTitle" idx="9"/>
          </p:nvPr>
        </p:nvSpPr>
        <p:spPr>
          <a:xfrm>
            <a:off x="846594" y="203967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 These are broad tests of overall system behavior and coherence.</a:t>
            </a:r>
            <a:endParaRPr dirty="0"/>
          </a:p>
        </p:txBody>
      </p:sp>
      <p:sp>
        <p:nvSpPr>
          <p:cNvPr id="534" name="Google Shape;534;p55"/>
          <p:cNvSpPr txBox="1">
            <a:spLocks noGrp="1"/>
          </p:cNvSpPr>
          <p:nvPr>
            <p:ph type="subTitle" idx="13"/>
          </p:nvPr>
        </p:nvSpPr>
        <p:spPr>
          <a:xfrm>
            <a:off x="3276575" y="1451400"/>
            <a:ext cx="249555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Integration Tests</a:t>
            </a:r>
            <a:endParaRPr u="sng" dirty="0"/>
          </a:p>
        </p:txBody>
      </p:sp>
      <p:sp>
        <p:nvSpPr>
          <p:cNvPr id="535" name="Google Shape;535;p55"/>
          <p:cNvSpPr txBox="1">
            <a:spLocks noGrp="1"/>
          </p:cNvSpPr>
          <p:nvPr>
            <p:ph type="subTitle" idx="14"/>
          </p:nvPr>
        </p:nvSpPr>
        <p:spPr>
          <a:xfrm>
            <a:off x="6163806" y="2071427"/>
            <a:ext cx="2400300" cy="21949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 These confirm that a particular function behaves as intended. Unit test source code can be found adjacent to the corresponding source code within a given package.</a:t>
            </a:r>
            <a:endParaRPr dirty="0"/>
          </a:p>
        </p:txBody>
      </p:sp>
      <p:sp>
        <p:nvSpPr>
          <p:cNvPr id="536" name="Google Shape;536;p55"/>
          <p:cNvSpPr txBox="1">
            <a:spLocks noGrp="1"/>
          </p:cNvSpPr>
          <p:nvPr>
            <p:ph type="subTitle" idx="15"/>
          </p:nvPr>
        </p:nvSpPr>
        <p:spPr>
          <a:xfrm>
            <a:off x="5772125" y="146385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Unit Tests</a:t>
            </a:r>
            <a:endParaRPr u="sng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>
          <a:extLst>
            <a:ext uri="{FF2B5EF4-FFF2-40B4-BE49-F238E27FC236}">
              <a16:creationId xmlns:a16="http://schemas.microsoft.com/office/drawing/2014/main" id="{D21C531C-836A-F9A6-3B07-BD57A1EC7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231C5195-75FD-8A8F-F477-828709217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 technical learnings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876A72B2-57C3-F47D-041B-E87FBB5F65F6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713244" y="1375200"/>
            <a:ext cx="6697206" cy="2593550"/>
          </a:xfrm>
        </p:spPr>
        <p:txBody>
          <a:bodyPr/>
          <a:lstStyle/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IN" dirty="0"/>
              <a:t>Testify is the best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IN" dirty="0"/>
              <a:t>Worked on Ginkgo and </a:t>
            </a:r>
            <a:r>
              <a:rPr lang="en-IN" dirty="0" err="1"/>
              <a:t>Gomega</a:t>
            </a:r>
            <a:endParaRPr lang="en-IN" dirty="0"/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IN" dirty="0"/>
              <a:t>Interacting with the Kubernetes API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IN" dirty="0"/>
              <a:t>Read a lot of code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IN" dirty="0"/>
              <a:t>Understood how CLI tools are created.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pPr marL="4826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754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426C55-8935-E3E5-0C52-F2748F796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6287"/>
            <a:ext cx="9144000" cy="4447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5E7814-D917-5F33-12CA-AF257C9E9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7938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863D71-FFDF-06BD-1FE9-41E543C53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49607"/>
            <a:ext cx="9144000" cy="7938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D2AD53A6-C163-3F9B-22AC-EB5518B10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CF790E19-AD76-0DEC-9E2A-76B88D1CC669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3ECAD094-4083-102C-C9E4-A957B5045D4D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7AA11F14-7659-BE6B-0AC4-C6AB69725245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3D794B8B-440E-F775-2C5C-74FF88AC62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2525" y="1953750"/>
            <a:ext cx="6800075" cy="1500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My Journey</a:t>
            </a:r>
            <a:br>
              <a:rPr lang="en-IN" dirty="0"/>
            </a:br>
            <a:r>
              <a:rPr lang="en-IN" dirty="0"/>
              <a:t>and the lessons I learned  </a:t>
            </a:r>
            <a:endParaRPr dirty="0"/>
          </a:p>
        </p:txBody>
      </p:sp>
      <p:sp>
        <p:nvSpPr>
          <p:cNvPr id="338" name="Google Shape;338;p45">
            <a:extLst>
              <a:ext uri="{FF2B5EF4-FFF2-40B4-BE49-F238E27FC236}">
                <a16:creationId xmlns:a16="http://schemas.microsoft.com/office/drawing/2014/main" id="{2CFE0789-ABA1-A4EB-E931-AA7368BE762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3995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49"/>
          <p:cNvGrpSpPr/>
          <p:nvPr/>
        </p:nvGrpSpPr>
        <p:grpSpPr>
          <a:xfrm>
            <a:off x="-4800600" y="1688580"/>
            <a:ext cx="7581999" cy="4330445"/>
            <a:chOff x="0" y="545580"/>
            <a:chExt cx="7581999" cy="4330445"/>
          </a:xfrm>
        </p:grpSpPr>
        <p:sp>
          <p:nvSpPr>
            <p:cNvPr id="364" name="Google Shape;364;p49"/>
            <p:cNvSpPr/>
            <p:nvPr/>
          </p:nvSpPr>
          <p:spPr>
            <a:xfrm>
              <a:off x="6729099" y="545580"/>
              <a:ext cx="852900" cy="3456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65" name="Google Shape;365;p49"/>
            <p:cNvCxnSpPr/>
            <p:nvPr/>
          </p:nvCxnSpPr>
          <p:spPr>
            <a:xfrm rot="10800000">
              <a:off x="0" y="4876025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66" name="Google Shape;366;p49"/>
          <p:cNvSpPr txBox="1">
            <a:spLocks noGrp="1"/>
          </p:cNvSpPr>
          <p:nvPr>
            <p:ph type="title"/>
          </p:nvPr>
        </p:nvSpPr>
        <p:spPr>
          <a:xfrm>
            <a:off x="2343669" y="516762"/>
            <a:ext cx="4049225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Lessons I learned</a:t>
            </a:r>
            <a:endParaRPr dirty="0"/>
          </a:p>
        </p:txBody>
      </p:sp>
      <p:sp>
        <p:nvSpPr>
          <p:cNvPr id="367" name="Google Shape;367;p49"/>
          <p:cNvSpPr txBox="1">
            <a:spLocks noGrp="1"/>
          </p:cNvSpPr>
          <p:nvPr>
            <p:ph type="subTitle" idx="1"/>
          </p:nvPr>
        </p:nvSpPr>
        <p:spPr>
          <a:xfrm>
            <a:off x="2954672" y="2027976"/>
            <a:ext cx="43122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It's okay not to know everything, no one does. Just jump in and learn on the go!</a:t>
            </a:r>
            <a:endParaRPr dirty="0"/>
          </a:p>
        </p:txBody>
      </p:sp>
      <p:sp>
        <p:nvSpPr>
          <p:cNvPr id="368" name="Google Shape;368;p49"/>
          <p:cNvSpPr txBox="1">
            <a:spLocks noGrp="1"/>
          </p:cNvSpPr>
          <p:nvPr>
            <p:ph type="subTitle" idx="2"/>
          </p:nvPr>
        </p:nvSpPr>
        <p:spPr>
          <a:xfrm>
            <a:off x="2954649" y="1593003"/>
            <a:ext cx="2334878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Just Jump in!</a:t>
            </a:r>
            <a:endParaRPr dirty="0"/>
          </a:p>
        </p:txBody>
      </p:sp>
      <p:sp>
        <p:nvSpPr>
          <p:cNvPr id="369" name="Google Shape;369;p49"/>
          <p:cNvSpPr txBox="1">
            <a:spLocks noGrp="1"/>
          </p:cNvSpPr>
          <p:nvPr>
            <p:ph type="subTitle" idx="3"/>
          </p:nvPr>
        </p:nvSpPr>
        <p:spPr>
          <a:xfrm>
            <a:off x="2954649" y="3619500"/>
            <a:ext cx="4312200" cy="9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Join the Slack communities, Weekly meetings and ask. You can get your doubts cleared and understand the maintainers expectations.</a:t>
            </a:r>
            <a:endParaRPr dirty="0"/>
          </a:p>
        </p:txBody>
      </p:sp>
      <p:sp>
        <p:nvSpPr>
          <p:cNvPr id="370" name="Google Shape;370;p49"/>
          <p:cNvSpPr txBox="1">
            <a:spLocks noGrp="1"/>
          </p:cNvSpPr>
          <p:nvPr>
            <p:ph type="subTitle" idx="4"/>
          </p:nvPr>
        </p:nvSpPr>
        <p:spPr>
          <a:xfrm>
            <a:off x="2954649" y="3110949"/>
            <a:ext cx="43122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Communicate</a:t>
            </a:r>
            <a:endParaRPr dirty="0"/>
          </a:p>
        </p:txBody>
      </p:sp>
      <p:sp>
        <p:nvSpPr>
          <p:cNvPr id="2" name="Google Shape;338;p45">
            <a:extLst>
              <a:ext uri="{FF2B5EF4-FFF2-40B4-BE49-F238E27FC236}">
                <a16:creationId xmlns:a16="http://schemas.microsoft.com/office/drawing/2014/main" id="{15C5123A-977E-F4FE-C120-A8F71729C551}"/>
              </a:ext>
            </a:extLst>
          </p:cNvPr>
          <p:cNvSpPr txBox="1">
            <a:spLocks/>
          </p:cNvSpPr>
          <p:nvPr/>
        </p:nvSpPr>
        <p:spPr>
          <a:xfrm>
            <a:off x="2045475" y="1649414"/>
            <a:ext cx="10761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2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marL="0" indent="0"/>
            <a:r>
              <a:rPr lang="en" dirty="0"/>
              <a:t>01</a:t>
            </a:r>
          </a:p>
        </p:txBody>
      </p:sp>
      <p:sp>
        <p:nvSpPr>
          <p:cNvPr id="3" name="Google Shape;338;p45">
            <a:extLst>
              <a:ext uri="{FF2B5EF4-FFF2-40B4-BE49-F238E27FC236}">
                <a16:creationId xmlns:a16="http://schemas.microsoft.com/office/drawing/2014/main" id="{30DFB56D-97CF-FD33-AFE5-070AE924A8CF}"/>
              </a:ext>
            </a:extLst>
          </p:cNvPr>
          <p:cNvSpPr txBox="1">
            <a:spLocks/>
          </p:cNvSpPr>
          <p:nvPr/>
        </p:nvSpPr>
        <p:spPr>
          <a:xfrm>
            <a:off x="2045475" y="2961997"/>
            <a:ext cx="10761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2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marL="0" indent="0"/>
            <a:r>
              <a:rPr lang="en" dirty="0"/>
              <a:t>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692371A1-7BF7-5E5F-FD99-B20B6D5AE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49">
            <a:extLst>
              <a:ext uri="{FF2B5EF4-FFF2-40B4-BE49-F238E27FC236}">
                <a16:creationId xmlns:a16="http://schemas.microsoft.com/office/drawing/2014/main" id="{B92F2A56-6DCA-9062-BB13-C78066CC7F33}"/>
              </a:ext>
            </a:extLst>
          </p:cNvPr>
          <p:cNvGrpSpPr/>
          <p:nvPr/>
        </p:nvGrpSpPr>
        <p:grpSpPr>
          <a:xfrm>
            <a:off x="-4800600" y="1688580"/>
            <a:ext cx="7581999" cy="4330445"/>
            <a:chOff x="0" y="545580"/>
            <a:chExt cx="7581999" cy="4330445"/>
          </a:xfrm>
        </p:grpSpPr>
        <p:sp>
          <p:nvSpPr>
            <p:cNvPr id="364" name="Google Shape;364;p49">
              <a:extLst>
                <a:ext uri="{FF2B5EF4-FFF2-40B4-BE49-F238E27FC236}">
                  <a16:creationId xmlns:a16="http://schemas.microsoft.com/office/drawing/2014/main" id="{D4801A3D-3CCC-02E2-30F7-6DF45EA6D5F3}"/>
                </a:ext>
              </a:extLst>
            </p:cNvPr>
            <p:cNvSpPr/>
            <p:nvPr/>
          </p:nvSpPr>
          <p:spPr>
            <a:xfrm>
              <a:off x="6729099" y="545580"/>
              <a:ext cx="852900" cy="3456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65" name="Google Shape;365;p49">
              <a:extLst>
                <a:ext uri="{FF2B5EF4-FFF2-40B4-BE49-F238E27FC236}">
                  <a16:creationId xmlns:a16="http://schemas.microsoft.com/office/drawing/2014/main" id="{7D90D3F7-D795-FD78-ABF5-ABFE5A0882A8}"/>
                </a:ext>
              </a:extLst>
            </p:cNvPr>
            <p:cNvCxnSpPr/>
            <p:nvPr/>
          </p:nvCxnSpPr>
          <p:spPr>
            <a:xfrm rot="10800000">
              <a:off x="0" y="4876025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66" name="Google Shape;366;p49">
            <a:extLst>
              <a:ext uri="{FF2B5EF4-FFF2-40B4-BE49-F238E27FC236}">
                <a16:creationId xmlns:a16="http://schemas.microsoft.com/office/drawing/2014/main" id="{E389635C-11DF-38AB-3701-230736E929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3669" y="516762"/>
            <a:ext cx="4049225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Lessons I learned</a:t>
            </a:r>
            <a:endParaRPr dirty="0"/>
          </a:p>
        </p:txBody>
      </p:sp>
      <p:sp>
        <p:nvSpPr>
          <p:cNvPr id="367" name="Google Shape;367;p49">
            <a:extLst>
              <a:ext uri="{FF2B5EF4-FFF2-40B4-BE49-F238E27FC236}">
                <a16:creationId xmlns:a16="http://schemas.microsoft.com/office/drawing/2014/main" id="{FF046A4F-9998-7437-DCA2-7B1952F9A28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54672" y="2027976"/>
            <a:ext cx="4312200" cy="8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You start with a problem statement you don’t understand fully, break it into smaller problems and solve one at a time.</a:t>
            </a:r>
            <a:endParaRPr dirty="0"/>
          </a:p>
        </p:txBody>
      </p:sp>
      <p:sp>
        <p:nvSpPr>
          <p:cNvPr id="368" name="Google Shape;368;p49">
            <a:extLst>
              <a:ext uri="{FF2B5EF4-FFF2-40B4-BE49-F238E27FC236}">
                <a16:creationId xmlns:a16="http://schemas.microsoft.com/office/drawing/2014/main" id="{61AF9A53-677F-3515-2D9F-BFC496A5823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954648" y="1593003"/>
            <a:ext cx="5802001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Abstraction to Understanding</a:t>
            </a:r>
            <a:endParaRPr dirty="0"/>
          </a:p>
        </p:txBody>
      </p:sp>
      <p:sp>
        <p:nvSpPr>
          <p:cNvPr id="369" name="Google Shape;369;p49">
            <a:extLst>
              <a:ext uri="{FF2B5EF4-FFF2-40B4-BE49-F238E27FC236}">
                <a16:creationId xmlns:a16="http://schemas.microsoft.com/office/drawing/2014/main" id="{A07F8B72-71CC-9D48-C55C-1ACB526F14F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954649" y="3619500"/>
            <a:ext cx="4312200" cy="11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will have limited time with the project maintainers – so make sure to do your research before you ask a question. It may just be a Google away.</a:t>
            </a:r>
            <a:endParaRPr dirty="0"/>
          </a:p>
        </p:txBody>
      </p:sp>
      <p:sp>
        <p:nvSpPr>
          <p:cNvPr id="370" name="Google Shape;370;p49">
            <a:extLst>
              <a:ext uri="{FF2B5EF4-FFF2-40B4-BE49-F238E27FC236}">
                <a16:creationId xmlns:a16="http://schemas.microsoft.com/office/drawing/2014/main" id="{80A5A746-BE03-7E94-C2B8-39C2A706E40C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954649" y="3110949"/>
            <a:ext cx="43122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Try before asking</a:t>
            </a:r>
            <a:endParaRPr dirty="0"/>
          </a:p>
        </p:txBody>
      </p:sp>
      <p:sp>
        <p:nvSpPr>
          <p:cNvPr id="2" name="Google Shape;338;p45">
            <a:extLst>
              <a:ext uri="{FF2B5EF4-FFF2-40B4-BE49-F238E27FC236}">
                <a16:creationId xmlns:a16="http://schemas.microsoft.com/office/drawing/2014/main" id="{68A7D229-20C9-A753-241B-3CC9699A9397}"/>
              </a:ext>
            </a:extLst>
          </p:cNvPr>
          <p:cNvSpPr txBox="1">
            <a:spLocks/>
          </p:cNvSpPr>
          <p:nvPr/>
        </p:nvSpPr>
        <p:spPr>
          <a:xfrm>
            <a:off x="2045475" y="1649414"/>
            <a:ext cx="10761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2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marL="0" indent="0"/>
            <a:r>
              <a:rPr lang="en" dirty="0"/>
              <a:t>03</a:t>
            </a:r>
          </a:p>
        </p:txBody>
      </p:sp>
      <p:sp>
        <p:nvSpPr>
          <p:cNvPr id="3" name="Google Shape;338;p45">
            <a:extLst>
              <a:ext uri="{FF2B5EF4-FFF2-40B4-BE49-F238E27FC236}">
                <a16:creationId xmlns:a16="http://schemas.microsoft.com/office/drawing/2014/main" id="{D8C9FE66-F309-56D3-4B6C-67748EFE58C4}"/>
              </a:ext>
            </a:extLst>
          </p:cNvPr>
          <p:cNvSpPr txBox="1">
            <a:spLocks/>
          </p:cNvSpPr>
          <p:nvPr/>
        </p:nvSpPr>
        <p:spPr>
          <a:xfrm>
            <a:off x="2045475" y="2961997"/>
            <a:ext cx="10761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2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marL="0" indent="0"/>
            <a:r>
              <a:rPr lang="en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55412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AF096A5E-4360-F80F-2E17-8999B56B0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49">
            <a:extLst>
              <a:ext uri="{FF2B5EF4-FFF2-40B4-BE49-F238E27FC236}">
                <a16:creationId xmlns:a16="http://schemas.microsoft.com/office/drawing/2014/main" id="{D5168C29-BBB4-9507-1373-DFCCABEDEC39}"/>
              </a:ext>
            </a:extLst>
          </p:cNvPr>
          <p:cNvGrpSpPr/>
          <p:nvPr/>
        </p:nvGrpSpPr>
        <p:grpSpPr>
          <a:xfrm>
            <a:off x="-4800600" y="1688580"/>
            <a:ext cx="7581999" cy="4330445"/>
            <a:chOff x="0" y="545580"/>
            <a:chExt cx="7581999" cy="4330445"/>
          </a:xfrm>
        </p:grpSpPr>
        <p:sp>
          <p:nvSpPr>
            <p:cNvPr id="364" name="Google Shape;364;p49">
              <a:extLst>
                <a:ext uri="{FF2B5EF4-FFF2-40B4-BE49-F238E27FC236}">
                  <a16:creationId xmlns:a16="http://schemas.microsoft.com/office/drawing/2014/main" id="{F850394C-66B4-A089-B19A-3F29977767B8}"/>
                </a:ext>
              </a:extLst>
            </p:cNvPr>
            <p:cNvSpPr/>
            <p:nvPr/>
          </p:nvSpPr>
          <p:spPr>
            <a:xfrm>
              <a:off x="6729099" y="545580"/>
              <a:ext cx="852900" cy="3456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65" name="Google Shape;365;p49">
              <a:extLst>
                <a:ext uri="{FF2B5EF4-FFF2-40B4-BE49-F238E27FC236}">
                  <a16:creationId xmlns:a16="http://schemas.microsoft.com/office/drawing/2014/main" id="{E19131D6-B596-8D86-34B0-C6105D41E90D}"/>
                </a:ext>
              </a:extLst>
            </p:cNvPr>
            <p:cNvCxnSpPr/>
            <p:nvPr/>
          </p:nvCxnSpPr>
          <p:spPr>
            <a:xfrm rot="10800000">
              <a:off x="0" y="4876025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66" name="Google Shape;366;p49">
            <a:extLst>
              <a:ext uri="{FF2B5EF4-FFF2-40B4-BE49-F238E27FC236}">
                <a16:creationId xmlns:a16="http://schemas.microsoft.com/office/drawing/2014/main" id="{B9E2227B-EB7F-78CA-8BC4-2A7BFC7CA5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3669" y="516762"/>
            <a:ext cx="4049225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Lessons I learned</a:t>
            </a:r>
            <a:endParaRPr dirty="0"/>
          </a:p>
        </p:txBody>
      </p:sp>
      <p:sp>
        <p:nvSpPr>
          <p:cNvPr id="367" name="Google Shape;367;p49">
            <a:extLst>
              <a:ext uri="{FF2B5EF4-FFF2-40B4-BE49-F238E27FC236}">
                <a16:creationId xmlns:a16="http://schemas.microsoft.com/office/drawing/2014/main" id="{484DF1CB-D876-8558-8927-BF721B2F61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54672" y="2027976"/>
            <a:ext cx="43122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You start with a problem statement you don’t understand fully, break it into smaller problems and solve one at a time.</a:t>
            </a:r>
            <a:endParaRPr dirty="0"/>
          </a:p>
        </p:txBody>
      </p:sp>
      <p:sp>
        <p:nvSpPr>
          <p:cNvPr id="368" name="Google Shape;368;p49">
            <a:extLst>
              <a:ext uri="{FF2B5EF4-FFF2-40B4-BE49-F238E27FC236}">
                <a16:creationId xmlns:a16="http://schemas.microsoft.com/office/drawing/2014/main" id="{CAD56489-DDA0-3B8F-549D-8501307392A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954648" y="1593003"/>
            <a:ext cx="5802001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The journey is not a straight line</a:t>
            </a:r>
            <a:endParaRPr dirty="0"/>
          </a:p>
        </p:txBody>
      </p:sp>
      <p:sp>
        <p:nvSpPr>
          <p:cNvPr id="369" name="Google Shape;369;p49">
            <a:extLst>
              <a:ext uri="{FF2B5EF4-FFF2-40B4-BE49-F238E27FC236}">
                <a16:creationId xmlns:a16="http://schemas.microsoft.com/office/drawing/2014/main" id="{A231158D-B3F7-7A19-5AB3-775886AD259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954649" y="3619499"/>
            <a:ext cx="4312200" cy="8783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Just say “yes” and then figure out how to do it. You will get much more opportunities if you just say “yes” to challenges.</a:t>
            </a:r>
            <a:endParaRPr dirty="0"/>
          </a:p>
        </p:txBody>
      </p:sp>
      <p:sp>
        <p:nvSpPr>
          <p:cNvPr id="370" name="Google Shape;370;p49">
            <a:extLst>
              <a:ext uri="{FF2B5EF4-FFF2-40B4-BE49-F238E27FC236}">
                <a16:creationId xmlns:a16="http://schemas.microsoft.com/office/drawing/2014/main" id="{4845C3DD-B7E7-800A-2A58-7B5CC94A616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954648" y="3110949"/>
            <a:ext cx="5078101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Always say yes to opportunities</a:t>
            </a:r>
            <a:endParaRPr dirty="0"/>
          </a:p>
        </p:txBody>
      </p:sp>
      <p:sp>
        <p:nvSpPr>
          <p:cNvPr id="2" name="Google Shape;338;p45">
            <a:extLst>
              <a:ext uri="{FF2B5EF4-FFF2-40B4-BE49-F238E27FC236}">
                <a16:creationId xmlns:a16="http://schemas.microsoft.com/office/drawing/2014/main" id="{B8EECD25-8197-5F67-2CAC-2DB691494648}"/>
              </a:ext>
            </a:extLst>
          </p:cNvPr>
          <p:cNvSpPr txBox="1">
            <a:spLocks/>
          </p:cNvSpPr>
          <p:nvPr/>
        </p:nvSpPr>
        <p:spPr>
          <a:xfrm>
            <a:off x="2045475" y="1649414"/>
            <a:ext cx="10761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2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marL="0" indent="0"/>
            <a:r>
              <a:rPr lang="en" dirty="0"/>
              <a:t>05</a:t>
            </a:r>
          </a:p>
        </p:txBody>
      </p:sp>
      <p:sp>
        <p:nvSpPr>
          <p:cNvPr id="3" name="Google Shape;338;p45">
            <a:extLst>
              <a:ext uri="{FF2B5EF4-FFF2-40B4-BE49-F238E27FC236}">
                <a16:creationId xmlns:a16="http://schemas.microsoft.com/office/drawing/2014/main" id="{18B94EB3-12FF-8580-BBA5-09BB8E968BB7}"/>
              </a:ext>
            </a:extLst>
          </p:cNvPr>
          <p:cNvSpPr txBox="1">
            <a:spLocks/>
          </p:cNvSpPr>
          <p:nvPr/>
        </p:nvSpPr>
        <p:spPr>
          <a:xfrm>
            <a:off x="2045475" y="2961997"/>
            <a:ext cx="10761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2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sz="2400" b="0" i="0" u="none" strike="noStrik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marL="0" indent="0"/>
            <a:r>
              <a:rPr lang="en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2044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9">
          <a:extLst>
            <a:ext uri="{FF2B5EF4-FFF2-40B4-BE49-F238E27FC236}">
              <a16:creationId xmlns:a16="http://schemas.microsoft.com/office/drawing/2014/main" id="{D7B0F0D0-5345-5B6F-6852-FA0923EF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05" name="Google Shape;4805;p75">
            <a:extLst>
              <a:ext uri="{FF2B5EF4-FFF2-40B4-BE49-F238E27FC236}">
                <a16:creationId xmlns:a16="http://schemas.microsoft.com/office/drawing/2014/main" id="{77B5E025-0860-6695-6838-544A6DA33781}"/>
              </a:ext>
            </a:extLst>
          </p:cNvPr>
          <p:cNvCxnSpPr/>
          <p:nvPr/>
        </p:nvCxnSpPr>
        <p:spPr>
          <a:xfrm rot="10800000">
            <a:off x="8430313" y="-150"/>
            <a:ext cx="0" cy="2572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06" name="Google Shape;4806;p75">
            <a:extLst>
              <a:ext uri="{FF2B5EF4-FFF2-40B4-BE49-F238E27FC236}">
                <a16:creationId xmlns:a16="http://schemas.microsoft.com/office/drawing/2014/main" id="{54BB1987-6E3E-F07A-D96F-07E1DEE9E924}"/>
              </a:ext>
            </a:extLst>
          </p:cNvPr>
          <p:cNvSpPr txBox="1">
            <a:spLocks/>
          </p:cNvSpPr>
          <p:nvPr/>
        </p:nvSpPr>
        <p:spPr>
          <a:xfrm>
            <a:off x="1188364" y="1994309"/>
            <a:ext cx="6283353" cy="2742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r>
              <a:rPr lang="en-IN" sz="5400" dirty="0"/>
              <a:t>Thanks!</a:t>
            </a:r>
          </a:p>
        </p:txBody>
      </p:sp>
      <p:cxnSp>
        <p:nvCxnSpPr>
          <p:cNvPr id="4" name="Google Shape;4805;p75">
            <a:extLst>
              <a:ext uri="{FF2B5EF4-FFF2-40B4-BE49-F238E27FC236}">
                <a16:creationId xmlns:a16="http://schemas.microsoft.com/office/drawing/2014/main" id="{7EADE1EE-A527-A11B-FCDC-DC6E7EE375C2}"/>
              </a:ext>
            </a:extLst>
          </p:cNvPr>
          <p:cNvCxnSpPr>
            <a:cxnSpLocks/>
          </p:cNvCxnSpPr>
          <p:nvPr/>
        </p:nvCxnSpPr>
        <p:spPr>
          <a:xfrm flipH="1">
            <a:off x="-473055" y="4471737"/>
            <a:ext cx="5730855" cy="559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40811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F0CE2433-3145-A564-F2E9-E92ECC681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1E43F4CC-D847-6123-C24D-DB814B1131D6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7B07F855-41E5-B149-CB8A-4340D1EFD2D8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967FCD0F-28B4-2A6A-91C1-8F066A070E1B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5AD0C819-1E4F-C993-1E61-BC1B724B92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2525" y="1953750"/>
            <a:ext cx="6800075" cy="1500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Bonus Slides:</a:t>
            </a:r>
            <a:br>
              <a:rPr lang="en-IN" dirty="0"/>
            </a:br>
            <a:r>
              <a:rPr lang="en-IN" dirty="0"/>
              <a:t>More about </a:t>
            </a:r>
            <a:r>
              <a:rPr lang="en-IN" dirty="0" err="1"/>
              <a:t>KubeEdge</a:t>
            </a:r>
            <a:endParaRPr dirty="0"/>
          </a:p>
        </p:txBody>
      </p:sp>
      <p:sp>
        <p:nvSpPr>
          <p:cNvPr id="338" name="Google Shape;338;p45">
            <a:extLst>
              <a:ext uri="{FF2B5EF4-FFF2-40B4-BE49-F238E27FC236}">
                <a16:creationId xmlns:a16="http://schemas.microsoft.com/office/drawing/2014/main" id="{ECD4C9C6-91C8-E097-CE4A-36C4A6CEC03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196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7C34DB09-FDC6-F7A9-245B-88F18237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DB57C7-79A8-B1DB-16DE-04ED89E0B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Google Shape;164;g31ed28cfa71_0_418">
            <a:extLst>
              <a:ext uri="{FF2B5EF4-FFF2-40B4-BE49-F238E27FC236}">
                <a16:creationId xmlns:a16="http://schemas.microsoft.com/office/drawing/2014/main" id="{1BE12476-9172-4DFB-8531-CBFF996A33C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350" y="754800"/>
            <a:ext cx="8472598" cy="423629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itle 13">
            <a:extLst>
              <a:ext uri="{FF2B5EF4-FFF2-40B4-BE49-F238E27FC236}">
                <a16:creationId xmlns:a16="http://schemas.microsoft.com/office/drawing/2014/main" id="{5F70C687-CDE9-188E-F813-6BAB9A7E9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399" y="102450"/>
            <a:ext cx="2575201" cy="549900"/>
          </a:xfrm>
        </p:spPr>
        <p:txBody>
          <a:bodyPr/>
          <a:lstStyle/>
          <a:p>
            <a:r>
              <a:rPr lang="en-IN" sz="2400" dirty="0"/>
              <a:t>Project Journey</a:t>
            </a:r>
          </a:p>
        </p:txBody>
      </p:sp>
    </p:spTree>
    <p:extLst>
      <p:ext uri="{BB962C8B-B14F-4D97-AF65-F5344CB8AC3E}">
        <p14:creationId xmlns:p14="http://schemas.microsoft.com/office/powerpoint/2010/main" val="1816004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D662EFAC-B1DE-0C93-8092-C73FB5DA8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E191BCF-BC76-4BBF-729F-578FEBEB4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2" name="Title 13">
            <a:extLst>
              <a:ext uri="{FF2B5EF4-FFF2-40B4-BE49-F238E27FC236}">
                <a16:creationId xmlns:a16="http://schemas.microsoft.com/office/drawing/2014/main" id="{7003F85C-32F2-3FE0-4898-FD9ED679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48" y="297375"/>
            <a:ext cx="6946902" cy="549900"/>
          </a:xfrm>
        </p:spPr>
        <p:txBody>
          <a:bodyPr/>
          <a:lstStyle/>
          <a:p>
            <a:pPr algn="ctr"/>
            <a:r>
              <a:rPr lang="en-IN" sz="2400" dirty="0"/>
              <a:t>Low Earth Orbit Satellite</a:t>
            </a:r>
          </a:p>
        </p:txBody>
      </p:sp>
      <p:pic>
        <p:nvPicPr>
          <p:cNvPr id="2" name="Google Shape;855;g31ed28cfa71_0_481">
            <a:extLst>
              <a:ext uri="{FF2B5EF4-FFF2-40B4-BE49-F238E27FC236}">
                <a16:creationId xmlns:a16="http://schemas.microsoft.com/office/drawing/2014/main" id="{632AAF7A-B951-EA7B-8BA4-8C6228CAC8F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44650"/>
            <a:ext cx="8839199" cy="32647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7997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05" name="Google Shape;4805;p75"/>
          <p:cNvCxnSpPr/>
          <p:nvPr/>
        </p:nvCxnSpPr>
        <p:spPr>
          <a:xfrm rot="10800000">
            <a:off x="8430313" y="-150"/>
            <a:ext cx="0" cy="2572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06" name="Google Shape;4806;p75"/>
          <p:cNvSpPr txBox="1">
            <a:spLocks/>
          </p:cNvSpPr>
          <p:nvPr/>
        </p:nvSpPr>
        <p:spPr>
          <a:xfrm>
            <a:off x="1188364" y="1994309"/>
            <a:ext cx="6283353" cy="2742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r>
              <a:rPr lang="en-IN" sz="5400" dirty="0"/>
              <a:t>Thanks!</a:t>
            </a:r>
          </a:p>
        </p:txBody>
      </p:sp>
      <p:cxnSp>
        <p:nvCxnSpPr>
          <p:cNvPr id="4" name="Google Shape;4805;p75">
            <a:extLst>
              <a:ext uri="{FF2B5EF4-FFF2-40B4-BE49-F238E27FC236}">
                <a16:creationId xmlns:a16="http://schemas.microsoft.com/office/drawing/2014/main" id="{75A77A52-33E5-6DFD-9598-E4055FF9A72B}"/>
              </a:ext>
            </a:extLst>
          </p:cNvPr>
          <p:cNvCxnSpPr>
            <a:cxnSpLocks/>
          </p:cNvCxnSpPr>
          <p:nvPr/>
        </p:nvCxnSpPr>
        <p:spPr>
          <a:xfrm flipH="1">
            <a:off x="-473055" y="4471737"/>
            <a:ext cx="5730855" cy="559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2656</TotalTime>
  <Words>571</Words>
  <Application>Microsoft Office PowerPoint</Application>
  <PresentationFormat>On-screen Show (16:9)</PresentationFormat>
  <Paragraphs>134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Microsoft YaHei</vt:lpstr>
      <vt:lpstr>Arial</vt:lpstr>
      <vt:lpstr>Calibri</vt:lpstr>
      <vt:lpstr>Commissioner</vt:lpstr>
      <vt:lpstr>Golos Text</vt:lpstr>
      <vt:lpstr>Golos Text SemiBold</vt:lpstr>
      <vt:lpstr>Red Hat Display</vt:lpstr>
      <vt:lpstr>Formulating a Research Problem for University Students by Slidesgo</vt:lpstr>
      <vt:lpstr>Behind the Merge: Lessons from two years as a student open-source contributor</vt:lpstr>
      <vt:lpstr>Hey! </vt:lpstr>
      <vt:lpstr>KubeEdge</vt:lpstr>
      <vt:lpstr>KubeEdge</vt:lpstr>
      <vt:lpstr>Project Background</vt:lpstr>
      <vt:lpstr>Edge Computing</vt:lpstr>
      <vt:lpstr>Architecture </vt:lpstr>
      <vt:lpstr>Issue</vt:lpstr>
      <vt:lpstr>Improve Test Converage of KubeEdge</vt:lpstr>
      <vt:lpstr>My technical learnings</vt:lpstr>
      <vt:lpstr>PowerPoint Presentation</vt:lpstr>
      <vt:lpstr>My Journey and the lessons I learned  </vt:lpstr>
      <vt:lpstr>Lessons I learned</vt:lpstr>
      <vt:lpstr>Lessons I learned</vt:lpstr>
      <vt:lpstr>Lessons I learned</vt:lpstr>
      <vt:lpstr>PowerPoint Presentation</vt:lpstr>
      <vt:lpstr>Bonus Slides: More about KubeEdge</vt:lpstr>
      <vt:lpstr>Project Journey</vt:lpstr>
      <vt:lpstr>Low Earth Orbit Satellite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Shubham Mahar</cp:lastModifiedBy>
  <cp:revision>13</cp:revision>
  <dcterms:modified xsi:type="dcterms:W3CDTF">2025-08-04T20:33:30Z</dcterms:modified>
</cp:coreProperties>
</file>