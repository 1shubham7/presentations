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Montserrat"/>
      <p:regular r:id="rId38"/>
      <p:bold r:id="rId39"/>
      <p:italic r:id="rId40"/>
      <p:boldItalic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jvNRM+rUBYMrani5/HoBnUzbmp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RobotoMono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RobotoMono-italic.fntdata"/><Relationship Id="rId43" Type="http://schemas.openxmlformats.org/officeDocument/2006/relationships/font" Target="fonts/RobotoMono-bold.fntdata"/><Relationship Id="rId46" Type="http://customschemas.google.com/relationships/presentationmetadata" Target="metadata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ed28cfa7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1ed28cfa71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ed28cfa7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1ed28cfa71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ed28cfa71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1ed28cfa71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ed28cfa71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1ed28cfa71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ed28cfa71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1ed28cfa71_0_4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ed28cfa71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1ed28cfa71_0_1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ed28cfa71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1ed28cfa71_0_4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ed28cfa71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1ed28cfa71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ed28cfa71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1ed28cfa71_0_1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1ed28cfa71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1ed28cfa71_0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ed28cfa71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1ed28cfa71_0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ed28cfa71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1ed28cfa71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ed28cfa7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1ed28cfa71_0_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1ed28cfa71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1ed28cfa71_0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ed28cfa71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1ed28cfa71_0_4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ed28cfa71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1ed28cfa71_0_1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1ed28cfa71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1ed28cfa71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1ed28cfa7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1ed28cfa71_0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1ed28cfa7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1ed28cfa71_0_4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1ed28cfa71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1ed28cfa71_0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1ed28cfa71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1ed28cfa71_0_1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1ed28cfa71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1ed28cfa71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1ed28cfa71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1ed28cfa71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1ed28cfa71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1ed28cfa71_0_4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1ed28cfa71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1ed28cfa71_0_1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1ed28cfa71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1ed28cfa71_0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1ed28cfa71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1ed28cfa71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1ed28cfa7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1ed28cfa71_0_5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1ed28cfa71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1ed28cfa71_0_5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1ed28cfa71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1ed28cfa71_0_5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1ed28cfa71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1ed28cfa71_0_12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gradFill>
          <a:gsLst>
            <a:gs pos="0">
              <a:srgbClr val="0051B5"/>
            </a:gs>
            <a:gs pos="100000">
              <a:srgbClr val="81E9F6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2">
            <a:alphaModFix/>
          </a:blip>
          <a:srcRect b="16506" l="0" r="0" t="0"/>
          <a:stretch/>
        </p:blipFill>
        <p:spPr>
          <a:xfrm>
            <a:off x="10325" y="720375"/>
            <a:ext cx="9144003" cy="442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0721" y="2712775"/>
            <a:ext cx="4160375" cy="9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226" y="232425"/>
            <a:ext cx="4539950" cy="194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0051B5"/>
            </a:gs>
            <a:gs pos="100000">
              <a:srgbClr val="81E9F6"/>
            </a:gs>
          </a:gsLst>
          <a:lin ang="0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0"/>
          <p:cNvPicPr preferRelativeResize="0"/>
          <p:nvPr/>
        </p:nvPicPr>
        <p:blipFill rotWithShape="1">
          <a:blip r:embed="rId2">
            <a:alphaModFix/>
          </a:blip>
          <a:srcRect b="16506" l="0" r="0" t="0"/>
          <a:stretch/>
        </p:blipFill>
        <p:spPr>
          <a:xfrm>
            <a:off x="10325" y="720375"/>
            <a:ext cx="9144003" cy="442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013" y="3043725"/>
            <a:ext cx="6398624" cy="15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311700" y="35980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9" name="Google Shape;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312149"/>
            <a:ext cx="2474501" cy="10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472458" y="1515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14"/>
          <p:cNvPicPr preferRelativeResize="0"/>
          <p:nvPr/>
        </p:nvPicPr>
        <p:blipFill rotWithShape="1">
          <a:blip r:embed="rId2">
            <a:alphaModFix/>
          </a:blip>
          <a:srcRect b="44626" l="0" r="0" t="43447"/>
          <a:stretch/>
        </p:blipFill>
        <p:spPr>
          <a:xfrm>
            <a:off x="0" y="0"/>
            <a:ext cx="9144003" cy="6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0" y="150"/>
            <a:ext cx="9144000" cy="6318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 txBox="1"/>
          <p:nvPr>
            <p:ph idx="2" type="sldNum"/>
          </p:nvPr>
        </p:nvSpPr>
        <p:spPr>
          <a:xfrm>
            <a:off x="847245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14"/>
          <p:cNvSpPr txBox="1"/>
          <p:nvPr>
            <p:ph type="title"/>
          </p:nvPr>
        </p:nvSpPr>
        <p:spPr>
          <a:xfrm>
            <a:off x="91075" y="29700"/>
            <a:ext cx="769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2900" y="91200"/>
            <a:ext cx="1048248" cy="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1515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 b="44626" l="0" r="0" t="43447"/>
          <a:stretch/>
        </p:blipFill>
        <p:spPr>
          <a:xfrm>
            <a:off x="0" y="0"/>
            <a:ext cx="9144003" cy="6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/>
          <p:nvPr/>
        </p:nvSpPr>
        <p:spPr>
          <a:xfrm>
            <a:off x="0" y="150"/>
            <a:ext cx="9144000" cy="6318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2"/>
          <p:cNvSpPr txBox="1"/>
          <p:nvPr>
            <p:ph idx="2" type="sldNum"/>
          </p:nvPr>
        </p:nvSpPr>
        <p:spPr>
          <a:xfrm>
            <a:off x="847245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12"/>
          <p:cNvSpPr txBox="1"/>
          <p:nvPr>
            <p:ph type="title"/>
          </p:nvPr>
        </p:nvSpPr>
        <p:spPr>
          <a:xfrm>
            <a:off x="91075" y="29700"/>
            <a:ext cx="769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2900" y="91200"/>
            <a:ext cx="1048248" cy="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11"/>
          <p:cNvSpPr txBox="1"/>
          <p:nvPr>
            <p:ph idx="12" type="sldNum"/>
          </p:nvPr>
        </p:nvSpPr>
        <p:spPr>
          <a:xfrm>
            <a:off x="8472458" y="1515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 b="44626" l="0" r="0" t="43447"/>
          <a:stretch/>
        </p:blipFill>
        <p:spPr>
          <a:xfrm>
            <a:off x="0" y="0"/>
            <a:ext cx="9144003" cy="6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150"/>
            <a:ext cx="9144000" cy="6318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2900" y="91200"/>
            <a:ext cx="1048248" cy="4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 txBox="1"/>
          <p:nvPr>
            <p:ph idx="2" type="sldNum"/>
          </p:nvPr>
        </p:nvSpPr>
        <p:spPr>
          <a:xfrm>
            <a:off x="847245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472458" y="1515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2">
            <a:alphaModFix/>
          </a:blip>
          <a:srcRect b="44626" l="0" r="0" t="43447"/>
          <a:stretch/>
        </p:blipFill>
        <p:spPr>
          <a:xfrm>
            <a:off x="0" y="0"/>
            <a:ext cx="9144003" cy="6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0" y="150"/>
            <a:ext cx="9144000" cy="6318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3"/>
          <p:cNvSpPr txBox="1"/>
          <p:nvPr>
            <p:ph idx="3" type="sldNum"/>
          </p:nvPr>
        </p:nvSpPr>
        <p:spPr>
          <a:xfrm>
            <a:off x="847245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91075" y="29700"/>
            <a:ext cx="769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2900" y="91200"/>
            <a:ext cx="1048248" cy="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gradFill>
          <a:gsLst>
            <a:gs pos="0">
              <a:srgbClr val="0051B5"/>
            </a:gs>
            <a:gs pos="100000">
              <a:srgbClr val="81E9F6"/>
            </a:gs>
          </a:gsLst>
          <a:lin ang="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6"/>
          <p:cNvPicPr preferRelativeResize="0"/>
          <p:nvPr/>
        </p:nvPicPr>
        <p:blipFill rotWithShape="1">
          <a:blip r:embed="rId2">
            <a:alphaModFix/>
          </a:blip>
          <a:srcRect b="16506" l="0" r="0" t="0"/>
          <a:stretch/>
        </p:blipFill>
        <p:spPr>
          <a:xfrm>
            <a:off x="10325" y="720375"/>
            <a:ext cx="9144003" cy="442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013" y="3043725"/>
            <a:ext cx="6398624" cy="15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1B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38" y="1137939"/>
            <a:ext cx="6688927" cy="28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7a623ed71_0_109"/>
          <p:cNvSpPr/>
          <p:nvPr/>
        </p:nvSpPr>
        <p:spPr>
          <a:xfrm>
            <a:off x="0" y="842963"/>
            <a:ext cx="9144000" cy="431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17a623ed71_0_109"/>
          <p:cNvSpPr txBox="1"/>
          <p:nvPr>
            <p:ph type="title"/>
          </p:nvPr>
        </p:nvSpPr>
        <p:spPr>
          <a:xfrm>
            <a:off x="121444" y="0"/>
            <a:ext cx="62580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g317a623ed71_0_109"/>
          <p:cNvSpPr txBox="1"/>
          <p:nvPr>
            <p:ph idx="1" type="body"/>
          </p:nvPr>
        </p:nvSpPr>
        <p:spPr>
          <a:xfrm>
            <a:off x="628650" y="1107281"/>
            <a:ext cx="78867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62" name="Google Shape;62;g317a623ed71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4069" y="176569"/>
            <a:ext cx="2468868" cy="5020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17a623ed71_0_109"/>
          <p:cNvSpPr txBox="1"/>
          <p:nvPr>
            <p:ph idx="12" type="sldNum"/>
          </p:nvPr>
        </p:nvSpPr>
        <p:spPr>
          <a:xfrm>
            <a:off x="8605166" y="4740731"/>
            <a:ext cx="31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1ed28cfa71_0_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3266" y="52180"/>
            <a:ext cx="752316" cy="663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ed28cfa71_0_17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g31ed28cfa71_0_17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g31ed28cfa71_0_17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1ed28cfa71_0_17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1ed28cfa71_0_1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d28cfa71_0_17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1ed28cfa71_0_17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g31ed28cfa71_0_17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31ed28cfa71_0_17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g31ed28cfa71_0_17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g31ed28cfa71_0_1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ed28cfa71_0_18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g31ed28cfa71_0_18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g31ed28cfa71_0_185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g31ed28cfa71_0_18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g31ed28cfa71_0_18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g31ed28cfa71_0_18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g31ed28cfa71_0_18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g31ed28cfa71_0_18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ed28cfa71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g31ed28cfa71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g31ed28cfa71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1ed28cfa71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ed28cfa71_0_19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1ed28cfa71_0_19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31ed28cfa71_0_19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ed28cfa71_0_20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1ed28cfa71_0_20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1" name="Google Shape;111;g31ed28cfa71_0_20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31ed28cfa71_0_20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1ed28cfa71_0_20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1ed28cfa71_0_20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ed28cfa71_0_2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1ed28cfa71_0_2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g31ed28cfa71_0_2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g31ed28cfa71_0_2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1ed28cfa71_0_2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g31ed28cfa71_0_2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ed28cfa71_0_2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g31ed28cfa71_0_21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g31ed28cfa71_0_2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1ed28cfa71_0_2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g31ed28cfa71_0_2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ed28cfa71_0_223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g31ed28cfa71_0_223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g31ed28cfa71_0_2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g31ed28cfa71_0_2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g31ed28cfa71_0_2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ed28cfa71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8" name="Google Shape;68;g31ed28cfa71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g31ed28cfa71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g31ed28cfa71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g31ed28cfa71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hyperlink" Target="https://www.cncf.io/announcements/2024/10/15/cloud-native-computing-foundation-announces-kubeedge-graduatio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7.png"/><Relationship Id="rId11" Type="http://schemas.openxmlformats.org/officeDocument/2006/relationships/image" Target="../media/image34.png"/><Relationship Id="rId10" Type="http://schemas.openxmlformats.org/officeDocument/2006/relationships/image" Target="../media/image33.jpg"/><Relationship Id="rId13" Type="http://schemas.openxmlformats.org/officeDocument/2006/relationships/image" Target="../media/image51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15" Type="http://schemas.openxmlformats.org/officeDocument/2006/relationships/image" Target="../media/image41.png"/><Relationship Id="rId14" Type="http://schemas.openxmlformats.org/officeDocument/2006/relationships/image" Target="../media/image40.jpg"/><Relationship Id="rId17" Type="http://schemas.openxmlformats.org/officeDocument/2006/relationships/image" Target="../media/image43.png"/><Relationship Id="rId16" Type="http://schemas.openxmlformats.org/officeDocument/2006/relationships/image" Target="../media/image32.png"/><Relationship Id="rId5" Type="http://schemas.openxmlformats.org/officeDocument/2006/relationships/image" Target="../media/image21.png"/><Relationship Id="rId19" Type="http://schemas.openxmlformats.org/officeDocument/2006/relationships/image" Target="../media/image31.png"/><Relationship Id="rId6" Type="http://schemas.openxmlformats.org/officeDocument/2006/relationships/image" Target="../media/image35.png"/><Relationship Id="rId18" Type="http://schemas.openxmlformats.org/officeDocument/2006/relationships/image" Target="../media/image38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kubeedge.io/blog/release-v1.19#support-edge-nodes-report-event" TargetMode="External"/><Relationship Id="rId4" Type="http://schemas.openxmlformats.org/officeDocument/2006/relationships/hyperlink" Target="https://kubeedge.io/blog/release-v1.19#support-otaover-the-air-upgrades-for-edge-nodes" TargetMode="External"/><Relationship Id="rId5" Type="http://schemas.openxmlformats.org/officeDocument/2006/relationships/hyperlink" Target="https://kubeedge.io/blog/release-v1.19#mapper-supports-device-data-writing" TargetMode="External"/><Relationship Id="rId6" Type="http://schemas.openxmlformats.org/officeDocument/2006/relationships/hyperlink" Target="https://kubeedge.io/blog/release-v1.19#add-opentelemetry-to-mapper-framework" TargetMode="External"/><Relationship Id="rId7" Type="http://schemas.openxmlformats.org/officeDocument/2006/relationships/hyperlink" Target="https://kubeedge.io/blog/release-v1.19#a-new-release-of-kubeedge-dashboard" TargetMode="External"/><Relationship Id="rId8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hyperlink" Target="https://www.cncf.io/blog/2022/10/05/kubeedge-design-and-implementation-of-the-next-generation-cloud-native-edge-device-management-standard-dmi/" TargetMode="External"/><Relationship Id="rId5" Type="http://schemas.openxmlformats.org/officeDocument/2006/relationships/image" Target="../media/image4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kubeedge/community/blob/master/security-team/SECURITY.md" TargetMode="External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5.png"/><Relationship Id="rId4" Type="http://schemas.openxmlformats.org/officeDocument/2006/relationships/hyperlink" Target="https://github.com/kubeedge/community/tree/master/sig-security/sig-security-audit/KubeEdge-security-audit-2022.pdf" TargetMode="External"/><Relationship Id="rId9" Type="http://schemas.openxmlformats.org/officeDocument/2006/relationships/hyperlink" Target="https://github.com/kubeedge/community/blob/master/sig-security/sig-security-audit/KubeEdge-threat-model-and-security-protection-analysis.md" TargetMode="External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hyperlink" Target="https://www.cncf.io/blog/2022/06/28/improving-security-by-fuzzing-the-cncf-landscape/" TargetMode="External"/><Relationship Id="rId8" Type="http://schemas.openxmlformats.org/officeDocument/2006/relationships/hyperlink" Target="https://www.cncf.io/blog/2022/06/28/improving-security-by-fuzzing-the-cncf-landscap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9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67.png"/><Relationship Id="rId7" Type="http://schemas.openxmlformats.org/officeDocument/2006/relationships/image" Target="../media/image94.jpg"/><Relationship Id="rId8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7.png"/><Relationship Id="rId4" Type="http://schemas.openxmlformats.org/officeDocument/2006/relationships/image" Target="../media/image73.png"/></Relationships>
</file>

<file path=ppt/slides/_rels/slide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3.png"/><Relationship Id="rId42" Type="http://schemas.openxmlformats.org/officeDocument/2006/relationships/image" Target="../media/image103.png"/><Relationship Id="rId41" Type="http://schemas.openxmlformats.org/officeDocument/2006/relationships/image" Target="../media/image112.png"/><Relationship Id="rId44" Type="http://schemas.openxmlformats.org/officeDocument/2006/relationships/image" Target="../media/image114.png"/><Relationship Id="rId43" Type="http://schemas.openxmlformats.org/officeDocument/2006/relationships/image" Target="../media/image110.png"/><Relationship Id="rId46" Type="http://schemas.openxmlformats.org/officeDocument/2006/relationships/image" Target="../media/image123.png"/><Relationship Id="rId45" Type="http://schemas.openxmlformats.org/officeDocument/2006/relationships/image" Target="../media/image11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9" Type="http://schemas.openxmlformats.org/officeDocument/2006/relationships/image" Target="../media/image71.png"/><Relationship Id="rId48" Type="http://schemas.openxmlformats.org/officeDocument/2006/relationships/image" Target="../media/image105.png"/><Relationship Id="rId47" Type="http://schemas.openxmlformats.org/officeDocument/2006/relationships/image" Target="../media/image107.png"/><Relationship Id="rId49" Type="http://schemas.openxmlformats.org/officeDocument/2006/relationships/image" Target="../media/image130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Relationship Id="rId7" Type="http://schemas.openxmlformats.org/officeDocument/2006/relationships/image" Target="../media/image78.png"/><Relationship Id="rId8" Type="http://schemas.openxmlformats.org/officeDocument/2006/relationships/image" Target="../media/image65.png"/><Relationship Id="rId31" Type="http://schemas.openxmlformats.org/officeDocument/2006/relationships/image" Target="../media/image93.jpg"/><Relationship Id="rId30" Type="http://schemas.openxmlformats.org/officeDocument/2006/relationships/image" Target="../media/image102.png"/><Relationship Id="rId33" Type="http://schemas.openxmlformats.org/officeDocument/2006/relationships/image" Target="../media/image98.png"/><Relationship Id="rId32" Type="http://schemas.openxmlformats.org/officeDocument/2006/relationships/image" Target="../media/image100.png"/><Relationship Id="rId35" Type="http://schemas.openxmlformats.org/officeDocument/2006/relationships/image" Target="../media/image96.png"/><Relationship Id="rId34" Type="http://schemas.openxmlformats.org/officeDocument/2006/relationships/image" Target="../media/image97.png"/><Relationship Id="rId37" Type="http://schemas.openxmlformats.org/officeDocument/2006/relationships/image" Target="../media/image135.png"/><Relationship Id="rId36" Type="http://schemas.openxmlformats.org/officeDocument/2006/relationships/image" Target="../media/image99.png"/><Relationship Id="rId39" Type="http://schemas.openxmlformats.org/officeDocument/2006/relationships/image" Target="../media/image109.png"/><Relationship Id="rId38" Type="http://schemas.openxmlformats.org/officeDocument/2006/relationships/image" Target="../media/image106.png"/><Relationship Id="rId20" Type="http://schemas.openxmlformats.org/officeDocument/2006/relationships/image" Target="../media/image92.png"/><Relationship Id="rId22" Type="http://schemas.openxmlformats.org/officeDocument/2006/relationships/image" Target="../media/image88.png"/><Relationship Id="rId21" Type="http://schemas.openxmlformats.org/officeDocument/2006/relationships/image" Target="../media/image77.png"/><Relationship Id="rId24" Type="http://schemas.openxmlformats.org/officeDocument/2006/relationships/image" Target="../media/image91.png"/><Relationship Id="rId23" Type="http://schemas.openxmlformats.org/officeDocument/2006/relationships/image" Target="../media/image81.png"/><Relationship Id="rId26" Type="http://schemas.openxmlformats.org/officeDocument/2006/relationships/image" Target="../media/image86.png"/><Relationship Id="rId25" Type="http://schemas.openxmlformats.org/officeDocument/2006/relationships/image" Target="../media/image84.jpg"/><Relationship Id="rId28" Type="http://schemas.openxmlformats.org/officeDocument/2006/relationships/image" Target="../media/image90.png"/><Relationship Id="rId27" Type="http://schemas.openxmlformats.org/officeDocument/2006/relationships/image" Target="../media/image108.png"/><Relationship Id="rId29" Type="http://schemas.openxmlformats.org/officeDocument/2006/relationships/image" Target="../media/image104.png"/><Relationship Id="rId51" Type="http://schemas.openxmlformats.org/officeDocument/2006/relationships/image" Target="../media/image119.png"/><Relationship Id="rId50" Type="http://schemas.openxmlformats.org/officeDocument/2006/relationships/image" Target="../media/image115.png"/><Relationship Id="rId52" Type="http://schemas.openxmlformats.org/officeDocument/2006/relationships/image" Target="../media/image133.png"/><Relationship Id="rId11" Type="http://schemas.openxmlformats.org/officeDocument/2006/relationships/image" Target="../media/image85.png"/><Relationship Id="rId10" Type="http://schemas.openxmlformats.org/officeDocument/2006/relationships/image" Target="../media/image74.png"/><Relationship Id="rId13" Type="http://schemas.openxmlformats.org/officeDocument/2006/relationships/image" Target="../media/image80.png"/><Relationship Id="rId12" Type="http://schemas.openxmlformats.org/officeDocument/2006/relationships/image" Target="../media/image83.png"/><Relationship Id="rId15" Type="http://schemas.openxmlformats.org/officeDocument/2006/relationships/image" Target="../media/image79.png"/><Relationship Id="rId14" Type="http://schemas.openxmlformats.org/officeDocument/2006/relationships/image" Target="../media/image101.png"/><Relationship Id="rId17" Type="http://schemas.openxmlformats.org/officeDocument/2006/relationships/image" Target="../media/image76.png"/><Relationship Id="rId16" Type="http://schemas.openxmlformats.org/officeDocument/2006/relationships/image" Target="../media/image82.png"/><Relationship Id="rId19" Type="http://schemas.openxmlformats.org/officeDocument/2006/relationships/image" Target="../media/image89.png"/><Relationship Id="rId18" Type="http://schemas.openxmlformats.org/officeDocument/2006/relationships/image" Target="../media/image9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1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5" Type="http://schemas.openxmlformats.org/officeDocument/2006/relationships/image" Target="../media/image116.png"/><Relationship Id="rId6" Type="http://schemas.openxmlformats.org/officeDocument/2006/relationships/image" Target="../media/image122.png"/><Relationship Id="rId7" Type="http://schemas.openxmlformats.org/officeDocument/2006/relationships/image" Target="../media/image117.png"/><Relationship Id="rId8" Type="http://schemas.openxmlformats.org/officeDocument/2006/relationships/image" Target="../media/image126.png"/><Relationship Id="rId11" Type="http://schemas.openxmlformats.org/officeDocument/2006/relationships/image" Target="../media/image121.png"/><Relationship Id="rId10" Type="http://schemas.openxmlformats.org/officeDocument/2006/relationships/image" Target="../media/image118.png"/><Relationship Id="rId13" Type="http://schemas.openxmlformats.org/officeDocument/2006/relationships/image" Target="../media/image127.png"/><Relationship Id="rId12" Type="http://schemas.openxmlformats.org/officeDocument/2006/relationships/image" Target="../media/image129.png"/><Relationship Id="rId15" Type="http://schemas.openxmlformats.org/officeDocument/2006/relationships/image" Target="../media/image124.png"/><Relationship Id="rId14" Type="http://schemas.openxmlformats.org/officeDocument/2006/relationships/image" Target="../media/image140.png"/><Relationship Id="rId16" Type="http://schemas.openxmlformats.org/officeDocument/2006/relationships/image" Target="../media/image1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4.png"/><Relationship Id="rId4" Type="http://schemas.openxmlformats.org/officeDocument/2006/relationships/image" Target="../media/image132.png"/><Relationship Id="rId5" Type="http://schemas.openxmlformats.org/officeDocument/2006/relationships/image" Target="../media/image137.png"/><Relationship Id="rId6" Type="http://schemas.openxmlformats.org/officeDocument/2006/relationships/image" Target="../media/image1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kubeedge" TargetMode="External"/><Relationship Id="rId4" Type="http://schemas.openxmlformats.org/officeDocument/2006/relationships/hyperlink" Target="https://github.com/kubeedge" TargetMode="External"/><Relationship Id="rId9" Type="http://schemas.openxmlformats.org/officeDocument/2006/relationships/image" Target="../media/image141.png"/><Relationship Id="rId5" Type="http://schemas.openxmlformats.org/officeDocument/2006/relationships/image" Target="../media/image136.png"/><Relationship Id="rId6" Type="http://schemas.openxmlformats.org/officeDocument/2006/relationships/image" Target="../media/image138.png"/><Relationship Id="rId7" Type="http://schemas.openxmlformats.org/officeDocument/2006/relationships/hyperlink" Target="https://kubeedge.slack.com/" TargetMode="External"/><Relationship Id="rId8" Type="http://schemas.openxmlformats.org/officeDocument/2006/relationships/hyperlink" Target="https://kubeedge.slack.co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ed28cfa71_0_238"/>
          <p:cNvSpPr txBox="1"/>
          <p:nvPr/>
        </p:nvSpPr>
        <p:spPr>
          <a:xfrm>
            <a:off x="274150" y="3149350"/>
            <a:ext cx="8045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Shubham Singh, Independent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i="1" sz="2700">
              <a:solidFill>
                <a:schemeClr val="lt1"/>
              </a:solidFill>
            </a:endParaRPr>
          </a:p>
        </p:txBody>
      </p:sp>
      <p:sp>
        <p:nvSpPr>
          <p:cNvPr id="143" name="Google Shape;143;g31ed28cfa71_0_238"/>
          <p:cNvSpPr txBox="1"/>
          <p:nvPr/>
        </p:nvSpPr>
        <p:spPr>
          <a:xfrm>
            <a:off x="274150" y="1992475"/>
            <a:ext cx="8512200" cy="13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KubeEdge DeepDive: Architecture, Use Cases, and Project Graduation Updates</a:t>
            </a:r>
            <a:endParaRPr sz="3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t/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ed28cfa71_0_312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About Myself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149" name="Google Shape;149;g31ed28cfa71_0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788" y="1696425"/>
            <a:ext cx="1902975" cy="19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1ed28cfa71_0_312"/>
          <p:cNvSpPr txBox="1"/>
          <p:nvPr/>
        </p:nvSpPr>
        <p:spPr>
          <a:xfrm>
            <a:off x="5958863" y="3756375"/>
            <a:ext cx="2338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GitHub: @1shubham7</a:t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Twitter: @1shubham7</a:t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1" name="Google Shape;151;g31ed28cfa71_0_312"/>
          <p:cNvSpPr txBox="1"/>
          <p:nvPr/>
        </p:nvSpPr>
        <p:spPr>
          <a:xfrm>
            <a:off x="1245900" y="1838225"/>
            <a:ext cx="44646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Hi 👋</a:t>
            </a:r>
            <a:endParaRPr b="1" sz="1800"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This is Shubham</a:t>
            </a:r>
            <a:endParaRPr b="1" sz="1800"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Yahei"/>
              <a:buChar char="●"/>
            </a:pPr>
            <a:r>
              <a:rPr lang="en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Computer Science Student</a:t>
            </a:r>
            <a:endParaRPr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Yahei"/>
              <a:buChar char="●"/>
            </a:pPr>
            <a:r>
              <a:rPr lang="en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LFX 2024 graduated mentee</a:t>
            </a:r>
            <a:endParaRPr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Yahei"/>
              <a:buChar char="●"/>
            </a:pPr>
            <a:r>
              <a:rPr lang="en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CNCF Contributor</a:t>
            </a:r>
            <a:endParaRPr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Yahei"/>
              <a:buChar char="●"/>
            </a:pPr>
            <a:r>
              <a:rPr lang="en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Org member at KubeEdge</a:t>
            </a:r>
            <a:endParaRPr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icrosoft Yahei"/>
              <a:buChar char="●"/>
            </a:pPr>
            <a:r>
              <a:rPr lang="en">
                <a:solidFill>
                  <a:schemeClr val="dk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First time KubeCon speaker</a:t>
            </a:r>
            <a:endParaRPr>
              <a:solidFill>
                <a:schemeClr val="dk2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ed28cfa71_0_401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 sz="3200">
                <a:solidFill>
                  <a:schemeClr val="lt1"/>
                </a:solidFill>
              </a:rPr>
              <a:t>KubeEdge Graduated  </a:t>
            </a:r>
            <a:endParaRPr b="1" sz="3200">
              <a:solidFill>
                <a:schemeClr val="lt1"/>
              </a:solidFill>
            </a:endParaRPr>
          </a:p>
        </p:txBody>
      </p:sp>
      <p:pic>
        <p:nvPicPr>
          <p:cNvPr id="157" name="Google Shape;157;g31ed28cfa71_0_4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4775" y="1286850"/>
            <a:ext cx="2105027" cy="2105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1ed28cfa71_0_401"/>
          <p:cNvSpPr txBox="1"/>
          <p:nvPr/>
        </p:nvSpPr>
        <p:spPr>
          <a:xfrm>
            <a:off x="845825" y="3494300"/>
            <a:ext cx="5016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https://www.cncf.io/announcements/2024/10/15/cloud-native-computing-foundation-announces-kubeedge-graduation/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ed28cfa71_0_418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Innovative project journey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164" name="Google Shape;164;g31ed28cfa71_0_4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54800"/>
            <a:ext cx="8472598" cy="423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ed28cfa71_0_1267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 sz="4000">
                <a:solidFill>
                  <a:schemeClr val="lt1"/>
                </a:solidFill>
              </a:rPr>
              <a:t>Project Background</a:t>
            </a:r>
            <a:endParaRPr b="1"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ed28cfa71_0_425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Background</a:t>
            </a:r>
            <a:endParaRPr sz="2800">
              <a:solidFill>
                <a:schemeClr val="lt1"/>
              </a:solidFill>
            </a:endParaRPr>
          </a:p>
        </p:txBody>
      </p:sp>
      <p:grpSp>
        <p:nvGrpSpPr>
          <p:cNvPr id="175" name="Google Shape;175;g31ed28cfa71_0_425"/>
          <p:cNvGrpSpPr/>
          <p:nvPr/>
        </p:nvGrpSpPr>
        <p:grpSpPr>
          <a:xfrm>
            <a:off x="416735" y="1199828"/>
            <a:ext cx="8424745" cy="3208973"/>
            <a:chOff x="591402" y="1292659"/>
            <a:chExt cx="10932708" cy="3930638"/>
          </a:xfrm>
        </p:grpSpPr>
        <p:grpSp>
          <p:nvGrpSpPr>
            <p:cNvPr id="176" name="Google Shape;176;g31ed28cfa71_0_425"/>
            <p:cNvGrpSpPr/>
            <p:nvPr/>
          </p:nvGrpSpPr>
          <p:grpSpPr>
            <a:xfrm>
              <a:off x="691490" y="1292659"/>
              <a:ext cx="10396145" cy="2083257"/>
              <a:chOff x="691490" y="1292659"/>
              <a:chExt cx="10396145" cy="2083257"/>
            </a:xfrm>
          </p:grpSpPr>
          <p:grpSp>
            <p:nvGrpSpPr>
              <p:cNvPr id="177" name="Google Shape;177;g31ed28cfa71_0_425"/>
              <p:cNvGrpSpPr/>
              <p:nvPr/>
            </p:nvGrpSpPr>
            <p:grpSpPr>
              <a:xfrm>
                <a:off x="2311714" y="1292659"/>
                <a:ext cx="8775921" cy="2083257"/>
                <a:chOff x="1149107" y="2842088"/>
                <a:chExt cx="6582105" cy="1817851"/>
              </a:xfrm>
            </p:grpSpPr>
            <p:cxnSp>
              <p:nvCxnSpPr>
                <p:cNvPr id="178" name="Google Shape;178;g31ed28cfa71_0_425"/>
                <p:cNvCxnSpPr/>
                <p:nvPr/>
              </p:nvCxnSpPr>
              <p:spPr>
                <a:xfrm>
                  <a:off x="1530340" y="3096077"/>
                  <a:ext cx="626400" cy="339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9" name="Google Shape;179;g31ed28cfa71_0_425"/>
                <p:cNvCxnSpPr/>
                <p:nvPr/>
              </p:nvCxnSpPr>
              <p:spPr>
                <a:xfrm flipH="1" rot="10800000">
                  <a:off x="1601725" y="3435157"/>
                  <a:ext cx="555000" cy="51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0" name="Google Shape;180;g31ed28cfa71_0_425"/>
                <p:cNvCxnSpPr/>
                <p:nvPr/>
              </p:nvCxnSpPr>
              <p:spPr>
                <a:xfrm flipH="1" rot="10800000">
                  <a:off x="1458957" y="3435122"/>
                  <a:ext cx="697800" cy="5154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pic>
              <p:nvPicPr>
                <p:cNvPr descr="Big_Cloud" id="181" name="Google Shape;181;g31ed28cfa71_0_4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5078430" y="2842088"/>
                  <a:ext cx="2404173" cy="11756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Big_Cloud" id="182" name="Google Shape;182;g31ed28cfa71_0_4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857315" y="3184637"/>
                  <a:ext cx="1512563" cy="62460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Big_Cloud" id="183" name="Google Shape;183;g31ed28cfa71_0_4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429884" y="2988724"/>
                  <a:ext cx="1545272" cy="9023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4" name="Google Shape;184;g31ed28cfa71_0_425"/>
                <p:cNvSpPr txBox="1"/>
                <p:nvPr/>
              </p:nvSpPr>
              <p:spPr>
                <a:xfrm>
                  <a:off x="2352206" y="3356577"/>
                  <a:ext cx="5388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0850" lIns="61700" spcFirstLastPara="1" rIns="61700" wrap="square" tIns="3085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ACC</a:t>
                  </a:r>
                  <a:endParaRPr b="0" i="0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185" name="Google Shape;185;g31ed28cfa71_0_425"/>
                <p:cNvSpPr/>
                <p:nvPr/>
              </p:nvSpPr>
              <p:spPr>
                <a:xfrm>
                  <a:off x="2192520" y="3313698"/>
                  <a:ext cx="1117500" cy="4632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t" bIns="30850" lIns="61700" spcFirstLastPara="1" rIns="61700" wrap="square" tIns="30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186" name="Google Shape;186;g31ed28cfa71_0_425"/>
                <p:cNvSpPr/>
                <p:nvPr/>
              </p:nvSpPr>
              <p:spPr>
                <a:xfrm>
                  <a:off x="3390570" y="3348166"/>
                  <a:ext cx="1736100" cy="4287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t" bIns="30850" lIns="61700" spcFirstLastPara="1" rIns="61700" wrap="square" tIns="308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187" name="Google Shape;187;g31ed28cfa71_0_425"/>
                <p:cNvCxnSpPr/>
                <p:nvPr/>
              </p:nvCxnSpPr>
              <p:spPr>
                <a:xfrm>
                  <a:off x="3237206" y="3390525"/>
                  <a:ext cx="0" cy="984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" name="Google Shape;188;g31ed28cfa71_0_425"/>
                <p:cNvCxnSpPr/>
                <p:nvPr/>
              </p:nvCxnSpPr>
              <p:spPr>
                <a:xfrm>
                  <a:off x="4965512" y="3567369"/>
                  <a:ext cx="0" cy="984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g31ed28cfa71_0_425"/>
                <p:cNvCxnSpPr/>
                <p:nvPr/>
              </p:nvCxnSpPr>
              <p:spPr>
                <a:xfrm>
                  <a:off x="7507669" y="3562539"/>
                  <a:ext cx="0" cy="1097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g31ed28cfa71_0_425"/>
                <p:cNvCxnSpPr/>
                <p:nvPr/>
              </p:nvCxnSpPr>
              <p:spPr>
                <a:xfrm>
                  <a:off x="2136505" y="4093324"/>
                  <a:ext cx="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g31ed28cfa71_0_425"/>
                <p:cNvCxnSpPr/>
                <p:nvPr/>
              </p:nvCxnSpPr>
              <p:spPr>
                <a:xfrm>
                  <a:off x="1156985" y="4263256"/>
                  <a:ext cx="2080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sp>
              <p:nvSpPr>
                <p:cNvPr id="192" name="Google Shape;192;g31ed28cfa71_0_425"/>
                <p:cNvSpPr/>
                <p:nvPr/>
              </p:nvSpPr>
              <p:spPr>
                <a:xfrm>
                  <a:off x="3243076" y="3396200"/>
                  <a:ext cx="311100" cy="286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25" spcFirstLastPara="1" rIns="91425" wrap="square" tIns="457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g31ed28cfa71_0_425"/>
                <p:cNvSpPr/>
                <p:nvPr/>
              </p:nvSpPr>
              <p:spPr>
                <a:xfrm>
                  <a:off x="4750959" y="3344373"/>
                  <a:ext cx="429000" cy="39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25" spcFirstLastPara="1" rIns="91425" wrap="square" tIns="457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g31ed28cfa71_0_425"/>
                <p:cNvSpPr/>
                <p:nvPr/>
              </p:nvSpPr>
              <p:spPr>
                <a:xfrm>
                  <a:off x="7302212" y="3453126"/>
                  <a:ext cx="429000" cy="39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25" spcFirstLastPara="1" rIns="91425" wrap="square" tIns="457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g31ed28cfa71_0_425"/>
                <p:cNvSpPr txBox="1"/>
                <p:nvPr/>
              </p:nvSpPr>
              <p:spPr>
                <a:xfrm>
                  <a:off x="3989241" y="3356577"/>
                  <a:ext cx="4590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0850" lIns="61700" spcFirstLastPara="1" rIns="61700" wrap="square" tIns="3085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AGG</a:t>
                  </a:r>
                  <a:endParaRPr b="0" i="0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196" name="Google Shape;196;g31ed28cfa71_0_425"/>
                <p:cNvSpPr txBox="1"/>
                <p:nvPr/>
              </p:nvSpPr>
              <p:spPr>
                <a:xfrm>
                  <a:off x="6036116" y="3356577"/>
                  <a:ext cx="574500" cy="26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0850" lIns="61700" spcFirstLastPara="1" rIns="61700" wrap="square" tIns="3085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" sz="12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Metro</a:t>
                  </a:r>
                  <a:endParaRPr b="0" i="0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197" name="Google Shape;197;g31ed28cfa71_0_425"/>
                <p:cNvCxnSpPr/>
                <p:nvPr/>
              </p:nvCxnSpPr>
              <p:spPr>
                <a:xfrm>
                  <a:off x="1149107" y="4610359"/>
                  <a:ext cx="63585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pic>
              <p:nvPicPr>
                <p:cNvPr descr="图片235" id="198" name="Google Shape;198;g31ed28cfa71_0_4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8258" y="3254458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图片235" id="199" name="Google Shape;199;g31ed28cfa71_0_4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1969263" y="3138120"/>
                  <a:ext cx="234740" cy="27791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图片235" id="200" name="Google Shape;200;g31ed28cfa71_0_4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2202315" y="3667755"/>
                  <a:ext cx="295617" cy="3499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图片235" id="201" name="Google Shape;201;g31ed28cfa71_0_4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4787032" y="3264342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图片235" id="202" name="Google Shape;202;g31ed28cfa71_0_425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7311447" y="3372763"/>
                  <a:ext cx="360253" cy="4265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" name="Google Shape;203;g31ed28cfa71_0_425"/>
                <p:cNvSpPr txBox="1"/>
                <p:nvPr/>
              </p:nvSpPr>
              <p:spPr>
                <a:xfrm>
                  <a:off x="5993145" y="4251210"/>
                  <a:ext cx="8979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50" spcFirstLastPara="1" rIns="91450" wrap="square" tIns="457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&gt;200km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&gt;20ms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204" name="Google Shape;204;g31ed28cfa71_0_425"/>
                <p:cNvCxnSpPr/>
                <p:nvPr/>
              </p:nvCxnSpPr>
              <p:spPr>
                <a:xfrm>
                  <a:off x="1156985" y="4435700"/>
                  <a:ext cx="3808500" cy="6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sp>
              <p:nvSpPr>
                <p:cNvPr id="205" name="Google Shape;205;g31ed28cfa71_0_425"/>
                <p:cNvSpPr txBox="1"/>
                <p:nvPr/>
              </p:nvSpPr>
              <p:spPr>
                <a:xfrm>
                  <a:off x="3790553" y="4113502"/>
                  <a:ext cx="9360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50" spcFirstLastPara="1" rIns="91450" wrap="square" tIns="457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50~200km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5~10ms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06" name="Google Shape;206;g31ed28cfa71_0_425"/>
                <p:cNvSpPr txBox="1"/>
                <p:nvPr/>
              </p:nvSpPr>
              <p:spPr>
                <a:xfrm>
                  <a:off x="1604166" y="3920211"/>
                  <a:ext cx="7752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25" lIns="91450" spcFirstLastPara="1" rIns="91450" wrap="square" tIns="457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~50km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1~5ms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descr="Big_Cloud" id="207" name="Google Shape;207;g31ed28cfa71_0_4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176278" y="2946090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Big_Cloud" id="208" name="Google Shape;208;g31ed28cfa71_0_4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177379" y="3383330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Big_Cloud" id="209" name="Google Shape;209;g31ed28cfa71_0_4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156985" y="3881953"/>
                  <a:ext cx="408692" cy="1687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10" name="Google Shape;210;g31ed28cfa71_0_425"/>
                <p:cNvCxnSpPr/>
                <p:nvPr/>
              </p:nvCxnSpPr>
              <p:spPr>
                <a:xfrm>
                  <a:off x="1149107" y="3552097"/>
                  <a:ext cx="0" cy="1097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2D05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11" name="Google Shape;211;g31ed28cfa71_0_425"/>
              <p:cNvGrpSpPr/>
              <p:nvPr/>
            </p:nvGrpSpPr>
            <p:grpSpPr>
              <a:xfrm>
                <a:off x="691490" y="1877047"/>
                <a:ext cx="1450197" cy="1445108"/>
                <a:chOff x="244934" y="1252956"/>
                <a:chExt cx="1087675" cy="1083858"/>
              </a:xfrm>
            </p:grpSpPr>
            <p:sp>
              <p:nvSpPr>
                <p:cNvPr id="212" name="Google Shape;212;g31ed28cfa71_0_425"/>
                <p:cNvSpPr txBox="1"/>
                <p:nvPr/>
              </p:nvSpPr>
              <p:spPr>
                <a:xfrm>
                  <a:off x="244934" y="1652273"/>
                  <a:ext cx="7998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0800" lIns="121625" spcFirstLastPara="1" rIns="121625" wrap="square" tIns="608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Enterprise</a:t>
                  </a:r>
                  <a:endParaRPr b="0" i="0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descr="图片719" id="213" name="Google Shape;213;g31ed28cfa71_0_425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906160" y="1621908"/>
                  <a:ext cx="426449" cy="29146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4" name="Google Shape;214;g31ed28cfa71_0_425"/>
                <p:cNvSpPr txBox="1"/>
                <p:nvPr/>
              </p:nvSpPr>
              <p:spPr>
                <a:xfrm>
                  <a:off x="244934" y="1252956"/>
                  <a:ext cx="5811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0800" lIns="121625" spcFirstLastPara="1" rIns="121625" wrap="square" tIns="608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Home</a:t>
                  </a:r>
                  <a:endParaRPr b="0" i="0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pic>
              <p:nvPicPr>
                <p:cNvPr descr="图片721" id="215" name="Google Shape;215;g31ed28cfa71_0_42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99592" y="1278094"/>
                  <a:ext cx="376011" cy="2723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图片51" id="216" name="Google Shape;216;g31ed28cfa71_0_42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992962" y="2039816"/>
                  <a:ext cx="225634" cy="2969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7" name="Google Shape;217;g31ed28cfa71_0_425"/>
                <p:cNvSpPr txBox="1"/>
                <p:nvPr/>
              </p:nvSpPr>
              <p:spPr>
                <a:xfrm>
                  <a:off x="244934" y="2075037"/>
                  <a:ext cx="688200" cy="24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60800" lIns="121625" spcFirstLastPara="1" rIns="121625" wrap="square" tIns="608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eNodeB</a:t>
                  </a:r>
                  <a:endParaRPr b="0" i="0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grpSp>
          <p:nvGrpSpPr>
            <p:cNvPr id="218" name="Google Shape;218;g31ed28cfa71_0_425"/>
            <p:cNvGrpSpPr/>
            <p:nvPr/>
          </p:nvGrpSpPr>
          <p:grpSpPr>
            <a:xfrm>
              <a:off x="591402" y="4661397"/>
              <a:ext cx="10932708" cy="561900"/>
              <a:chOff x="591402" y="4661397"/>
              <a:chExt cx="10932708" cy="561900"/>
            </a:xfrm>
          </p:grpSpPr>
          <p:sp>
            <p:nvSpPr>
              <p:cNvPr id="219" name="Google Shape;219;g31ed28cfa71_0_425"/>
              <p:cNvSpPr txBox="1"/>
              <p:nvPr/>
            </p:nvSpPr>
            <p:spPr>
              <a:xfrm>
                <a:off x="1825358" y="4672465"/>
                <a:ext cx="3099900" cy="5031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600" lIns="91200" spcFirstLastPara="1" rIns="91200" wrap="square" tIns="45600">
                <a:spAutoFit/>
              </a:bodyPr>
              <a:lstStyle/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V2X, AR/VR, AI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Inference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0" name="Google Shape;220;g31ed28cfa71_0_425"/>
              <p:cNvSpPr txBox="1"/>
              <p:nvPr/>
            </p:nvSpPr>
            <p:spPr>
              <a:xfrm>
                <a:off x="5067919" y="4661397"/>
                <a:ext cx="2618700" cy="5619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600" lIns="91200" spcFirstLastPara="1" rIns="91200" wrap="square" tIns="45600">
                <a:noAutofit/>
              </a:bodyPr>
              <a:lstStyle/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vCDN, AR/VR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Rendering, Video transcoding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1" name="Google Shape;221;g31ed28cfa71_0_425"/>
              <p:cNvSpPr txBox="1"/>
              <p:nvPr/>
            </p:nvSpPr>
            <p:spPr>
              <a:xfrm>
                <a:off x="7868910" y="4661397"/>
                <a:ext cx="3655200" cy="5031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600" lIns="91200" spcFirstLastPara="1" rIns="91200" wrap="square" tIns="45600">
                <a:spAutoFit/>
              </a:bodyPr>
              <a:lstStyle/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Training , Big Data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indent="-120650" lvl="0" marL="12700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Char char="•"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AI Training/Inferencing, Video transcoding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22" name="Google Shape;222;g31ed28cfa71_0_425"/>
              <p:cNvSpPr/>
              <p:nvPr/>
            </p:nvSpPr>
            <p:spPr>
              <a:xfrm>
                <a:off x="591402" y="4685857"/>
                <a:ext cx="1117500" cy="42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Typical Apps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223" name="Google Shape;223;g31ed28cfa71_0_425"/>
            <p:cNvGrpSpPr/>
            <p:nvPr/>
          </p:nvGrpSpPr>
          <p:grpSpPr>
            <a:xfrm>
              <a:off x="798384" y="3528707"/>
              <a:ext cx="9496094" cy="1142494"/>
              <a:chOff x="798384" y="3528707"/>
              <a:chExt cx="9496094" cy="1142494"/>
            </a:xfrm>
          </p:grpSpPr>
          <p:grpSp>
            <p:nvGrpSpPr>
              <p:cNvPr id="224" name="Google Shape;224;g31ed28cfa71_0_425"/>
              <p:cNvGrpSpPr/>
              <p:nvPr/>
            </p:nvGrpSpPr>
            <p:grpSpPr>
              <a:xfrm>
                <a:off x="5682280" y="3553771"/>
                <a:ext cx="1718218" cy="1117430"/>
                <a:chOff x="3679751" y="835615"/>
                <a:chExt cx="1681066" cy="1316327"/>
              </a:xfrm>
            </p:grpSpPr>
            <p:sp>
              <p:nvSpPr>
                <p:cNvPr id="225" name="Google Shape;225;g31ed28cfa71_0_425"/>
                <p:cNvSpPr/>
                <p:nvPr/>
              </p:nvSpPr>
              <p:spPr>
                <a:xfrm>
                  <a:off x="3684717" y="835615"/>
                  <a:ext cx="1676100" cy="8904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60800" lIns="121625" spcFirstLastPara="1" rIns="121625" wrap="square" tIns="60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t/>
                  </a:r>
                  <a:endParaRPr b="0" i="0" sz="9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g31ed28cfa71_0_425"/>
                <p:cNvSpPr/>
                <p:nvPr/>
              </p:nvSpPr>
              <p:spPr>
                <a:xfrm>
                  <a:off x="3895160" y="835617"/>
                  <a:ext cx="1319400" cy="52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Regional Edge </a:t>
                  </a:r>
                  <a:endParaRPr b="0" i="0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27" name="Google Shape;227;g31ed28cfa71_0_425"/>
                <p:cNvSpPr/>
                <p:nvPr/>
              </p:nvSpPr>
              <p:spPr>
                <a:xfrm>
                  <a:off x="4184531" y="1067807"/>
                  <a:ext cx="1091275" cy="547500"/>
                </a:xfrm>
                <a:custGeom>
                  <a:rect b="b" l="l" r="r" t="t"/>
                  <a:pathLst>
                    <a:path extrusionOk="0" h="10000" w="1000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 cap="flat" cmpd="sng" w="1270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57425" lIns="114875" spcFirstLastPara="1" rIns="114875" wrap="square" tIns="57425">
                  <a:noAutofit/>
                </a:bodyPr>
                <a:lstStyle/>
                <a:p>
                  <a:pPr indent="0" lvl="0" marL="0" marR="0" rtl="0" algn="ctr">
                    <a:lnSpc>
                      <a:spcPct val="22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r>
                    <a:t/>
                  </a:r>
                  <a:endParaRPr b="0" i="0" sz="12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28" name="Google Shape;228;g31ed28cfa71_0_425"/>
                <p:cNvSpPr/>
                <p:nvPr/>
              </p:nvSpPr>
              <p:spPr>
                <a:xfrm>
                  <a:off x="4437635" y="1189242"/>
                  <a:ext cx="759300" cy="962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 Services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grpSp>
              <p:nvGrpSpPr>
                <p:cNvPr id="229" name="Google Shape;229;g31ed28cfa71_0_425"/>
                <p:cNvGrpSpPr/>
                <p:nvPr/>
              </p:nvGrpSpPr>
              <p:grpSpPr>
                <a:xfrm>
                  <a:off x="3679751" y="1166436"/>
                  <a:ext cx="856440" cy="513381"/>
                  <a:chOff x="4139952" y="2535806"/>
                  <a:chExt cx="1080000" cy="663369"/>
                </a:xfrm>
              </p:grpSpPr>
              <p:sp>
                <p:nvSpPr>
                  <p:cNvPr id="230" name="Google Shape;230;g31ed28cfa71_0_425"/>
                  <p:cNvSpPr/>
                  <p:nvPr/>
                </p:nvSpPr>
                <p:spPr>
                  <a:xfrm>
                    <a:off x="4139952" y="2535806"/>
                    <a:ext cx="1080000" cy="540000"/>
                  </a:xfrm>
                  <a:custGeom>
                    <a:rect b="b" l="l" r="r" t="t"/>
                    <a:pathLst>
                      <a:path extrusionOk="0" h="10000" w="10000">
                        <a:moveTo>
                          <a:pt x="8448" y="9807"/>
                        </a:moveTo>
                        <a:lnTo>
                          <a:pt x="1220" y="9711"/>
                        </a:lnTo>
                        <a:cubicBezTo>
                          <a:pt x="1220" y="9711"/>
                          <a:pt x="0" y="9253"/>
                          <a:pt x="199" y="6988"/>
                        </a:cubicBezTo>
                        <a:cubicBezTo>
                          <a:pt x="424" y="4530"/>
                          <a:pt x="1638" y="4336"/>
                          <a:pt x="1638" y="4336"/>
                        </a:cubicBezTo>
                        <a:cubicBezTo>
                          <a:pt x="1638" y="4336"/>
                          <a:pt x="1711" y="1277"/>
                          <a:pt x="3806" y="627"/>
                        </a:cubicBezTo>
                        <a:cubicBezTo>
                          <a:pt x="5849" y="0"/>
                          <a:pt x="6684" y="2940"/>
                          <a:pt x="6684" y="2940"/>
                        </a:cubicBezTo>
                        <a:cubicBezTo>
                          <a:pt x="6684" y="2940"/>
                          <a:pt x="7732" y="1542"/>
                          <a:pt x="8621" y="2867"/>
                        </a:cubicBezTo>
                        <a:cubicBezTo>
                          <a:pt x="9363" y="3952"/>
                          <a:pt x="9054" y="5692"/>
                          <a:pt x="9054" y="5692"/>
                        </a:cubicBezTo>
                        <a:cubicBezTo>
                          <a:pt x="9054" y="5692"/>
                          <a:pt x="10000" y="6361"/>
                          <a:pt x="9841" y="8096"/>
                        </a:cubicBezTo>
                        <a:cubicBezTo>
                          <a:pt x="9668" y="10000"/>
                          <a:pt x="8448" y="9807"/>
                          <a:pt x="8448" y="980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009ED6"/>
                      </a:gs>
                      <a:gs pos="12000">
                        <a:srgbClr val="009ED6"/>
                      </a:gs>
                      <a:gs pos="67000">
                        <a:srgbClr val="006F96"/>
                      </a:gs>
                      <a:gs pos="100000">
                        <a:srgbClr val="006082"/>
                      </a:gs>
                    </a:gsLst>
                    <a:lin ang="5400012" scaled="0"/>
                  </a:gradFill>
                  <a:ln cap="flat" cmpd="sng" w="1270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50800" rotWithShape="0" algn="tl" dir="2700000" dist="3810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anchorCtr="0" anchor="ctr" bIns="32375" lIns="64750" spcFirstLastPara="1" rIns="64750" wrap="square" tIns="3237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22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00000"/>
                      </a:buClr>
                      <a:buSzPts val="500"/>
                      <a:buFont typeface="Arial"/>
                      <a:buNone/>
                    </a:pPr>
                    <a:r>
                      <a:t/>
                    </a:r>
                    <a:endParaRPr b="0" i="0" sz="1100" u="none" cap="none" strike="noStrike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</p:txBody>
              </p:sp>
              <p:sp>
                <p:nvSpPr>
                  <p:cNvPr id="231" name="Google Shape;231;g31ed28cfa71_0_425"/>
                  <p:cNvSpPr/>
                  <p:nvPr/>
                </p:nvSpPr>
                <p:spPr>
                  <a:xfrm>
                    <a:off x="4413533" y="2717975"/>
                    <a:ext cx="552300" cy="48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25700" lIns="51400" spcFirstLastPara="1" rIns="51400" wrap="square" tIns="2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800"/>
                      <a:buFont typeface="Arial"/>
                      <a:buNone/>
                    </a:pPr>
                    <a:r>
                      <a:rPr b="0" i="0" lang="en" sz="700" u="none" cap="none" strike="noStrike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MEC</a:t>
                    </a:r>
                    <a:endParaRPr b="0" i="0" sz="700" u="none" cap="none" strike="noStrike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</p:txBody>
              </p:sp>
            </p:grpSp>
          </p:grpSp>
          <p:grpSp>
            <p:nvGrpSpPr>
              <p:cNvPr id="232" name="Google Shape;232;g31ed28cfa71_0_425"/>
              <p:cNvGrpSpPr/>
              <p:nvPr/>
            </p:nvGrpSpPr>
            <p:grpSpPr>
              <a:xfrm>
                <a:off x="3678002" y="3535912"/>
                <a:ext cx="1525898" cy="798016"/>
                <a:chOff x="1578388" y="1396997"/>
                <a:chExt cx="1570500" cy="934007"/>
              </a:xfrm>
            </p:grpSpPr>
            <p:sp>
              <p:nvSpPr>
                <p:cNvPr id="233" name="Google Shape;233;g31ed28cfa71_0_425"/>
                <p:cNvSpPr/>
                <p:nvPr/>
              </p:nvSpPr>
              <p:spPr>
                <a:xfrm>
                  <a:off x="1721154" y="1627564"/>
                  <a:ext cx="1284750" cy="600900"/>
                </a:xfrm>
                <a:custGeom>
                  <a:rect b="b" l="l" r="r" t="t"/>
                  <a:pathLst>
                    <a:path extrusionOk="0" h="10000" w="1000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9ED6"/>
                    </a:gs>
                    <a:gs pos="12000">
                      <a:srgbClr val="009ED6"/>
                    </a:gs>
                    <a:gs pos="67000">
                      <a:srgbClr val="006F96"/>
                    </a:gs>
                    <a:gs pos="100000">
                      <a:srgbClr val="006082"/>
                    </a:gs>
                  </a:gsLst>
                  <a:lin ang="5400012" scaled="0"/>
                </a:gradFill>
                <a:ln cap="flat" cmpd="sng" w="1270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57425" lIns="114875" spcFirstLastPara="1" rIns="114875" wrap="square" tIns="57425">
                  <a:noAutofit/>
                </a:bodyPr>
                <a:lstStyle/>
                <a:p>
                  <a:pPr indent="0" lvl="0" marL="0" marR="0" rtl="0" algn="ctr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r>
                    <a:t/>
                  </a:r>
                  <a:endParaRPr b="0" i="0" sz="9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34" name="Google Shape;234;g31ed28cfa71_0_425"/>
                <p:cNvSpPr/>
                <p:nvPr/>
              </p:nvSpPr>
              <p:spPr>
                <a:xfrm>
                  <a:off x="1578388" y="1396997"/>
                  <a:ext cx="1570500" cy="8904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60800" lIns="121625" spcFirstLastPara="1" rIns="121625" wrap="square" tIns="60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g31ed28cfa71_0_425"/>
                <p:cNvSpPr/>
                <p:nvPr/>
              </p:nvSpPr>
              <p:spPr>
                <a:xfrm>
                  <a:off x="2062087" y="1870804"/>
                  <a:ext cx="566100" cy="46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MEC</a:t>
                  </a:r>
                  <a:endParaRPr b="0" i="0" sz="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g31ed28cfa71_0_425"/>
                <p:cNvSpPr/>
                <p:nvPr/>
              </p:nvSpPr>
              <p:spPr>
                <a:xfrm>
                  <a:off x="1890509" y="1396999"/>
                  <a:ext cx="909300" cy="380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City Edge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grpSp>
            <p:nvGrpSpPr>
              <p:cNvPr id="237" name="Google Shape;237;g31ed28cfa71_0_425"/>
              <p:cNvGrpSpPr/>
              <p:nvPr/>
            </p:nvGrpSpPr>
            <p:grpSpPr>
              <a:xfrm>
                <a:off x="8770551" y="3541916"/>
                <a:ext cx="1523927" cy="758993"/>
                <a:chOff x="5826221" y="835615"/>
                <a:chExt cx="1427700" cy="894090"/>
              </a:xfrm>
            </p:grpSpPr>
            <p:sp>
              <p:nvSpPr>
                <p:cNvPr id="238" name="Google Shape;238;g31ed28cfa71_0_425"/>
                <p:cNvSpPr/>
                <p:nvPr/>
              </p:nvSpPr>
              <p:spPr>
                <a:xfrm>
                  <a:off x="5897603" y="1044558"/>
                  <a:ext cx="1284750" cy="600900"/>
                </a:xfrm>
                <a:custGeom>
                  <a:rect b="b" l="l" r="r" t="t"/>
                  <a:pathLst>
                    <a:path extrusionOk="0" h="10000" w="1000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solidFill>
                  <a:srgbClr val="FFC000"/>
                </a:solidFill>
                <a:ln cap="flat" cmpd="sng" w="1270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57425" lIns="114875" spcFirstLastPara="1" rIns="114875" wrap="square" tIns="57425">
                  <a:noAutofit/>
                </a:bodyPr>
                <a:lstStyle/>
                <a:p>
                  <a:pPr indent="0" lvl="0" marL="0" marR="0" rtl="0" algn="ctr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r>
                    <a:t/>
                  </a:r>
                  <a:endParaRPr b="0" i="0" sz="9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39" name="Google Shape;239;g31ed28cfa71_0_425"/>
                <p:cNvSpPr/>
                <p:nvPr/>
              </p:nvSpPr>
              <p:spPr>
                <a:xfrm>
                  <a:off x="5826221" y="835615"/>
                  <a:ext cx="1427700" cy="8904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60800" lIns="121625" spcFirstLastPara="1" rIns="121625" wrap="square" tIns="60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g31ed28cfa71_0_425"/>
                <p:cNvSpPr/>
                <p:nvPr/>
              </p:nvSpPr>
              <p:spPr>
                <a:xfrm>
                  <a:off x="6012058" y="1266505"/>
                  <a:ext cx="1066500" cy="46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 Services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41" name="Google Shape;241;g31ed28cfa71_0_425"/>
                <p:cNvSpPr/>
                <p:nvPr/>
              </p:nvSpPr>
              <p:spPr>
                <a:xfrm>
                  <a:off x="6235015" y="835617"/>
                  <a:ext cx="637200" cy="43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" sz="9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Cloud</a:t>
                  </a:r>
                  <a:endParaRPr b="0" i="0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grpSp>
            <p:nvGrpSpPr>
              <p:cNvPr id="242" name="Google Shape;242;g31ed28cfa71_0_425"/>
              <p:cNvGrpSpPr/>
              <p:nvPr/>
            </p:nvGrpSpPr>
            <p:grpSpPr>
              <a:xfrm>
                <a:off x="1961289" y="3528707"/>
                <a:ext cx="1525898" cy="798016"/>
                <a:chOff x="1578388" y="1396997"/>
                <a:chExt cx="1570500" cy="934007"/>
              </a:xfrm>
            </p:grpSpPr>
            <p:sp>
              <p:nvSpPr>
                <p:cNvPr id="243" name="Google Shape;243;g31ed28cfa71_0_425"/>
                <p:cNvSpPr/>
                <p:nvPr/>
              </p:nvSpPr>
              <p:spPr>
                <a:xfrm>
                  <a:off x="1721154" y="1627563"/>
                  <a:ext cx="1284750" cy="600900"/>
                </a:xfrm>
                <a:custGeom>
                  <a:rect b="b" l="l" r="r" t="t"/>
                  <a:pathLst>
                    <a:path extrusionOk="0" h="10000" w="10000">
                      <a:moveTo>
                        <a:pt x="8448" y="9807"/>
                      </a:moveTo>
                      <a:lnTo>
                        <a:pt x="1220" y="9711"/>
                      </a:lnTo>
                      <a:cubicBezTo>
                        <a:pt x="1220" y="9711"/>
                        <a:pt x="0" y="9253"/>
                        <a:pt x="199" y="6988"/>
                      </a:cubicBezTo>
                      <a:cubicBezTo>
                        <a:pt x="424" y="4530"/>
                        <a:pt x="1638" y="4336"/>
                        <a:pt x="1638" y="4336"/>
                      </a:cubicBezTo>
                      <a:cubicBezTo>
                        <a:pt x="1638" y="4336"/>
                        <a:pt x="1711" y="1277"/>
                        <a:pt x="3806" y="627"/>
                      </a:cubicBezTo>
                      <a:cubicBezTo>
                        <a:pt x="5849" y="0"/>
                        <a:pt x="6684" y="2940"/>
                        <a:pt x="6684" y="2940"/>
                      </a:cubicBezTo>
                      <a:cubicBezTo>
                        <a:pt x="6684" y="2940"/>
                        <a:pt x="7732" y="1542"/>
                        <a:pt x="8621" y="2867"/>
                      </a:cubicBezTo>
                      <a:cubicBezTo>
                        <a:pt x="9363" y="3952"/>
                        <a:pt x="9054" y="5692"/>
                        <a:pt x="9054" y="5692"/>
                      </a:cubicBezTo>
                      <a:cubicBezTo>
                        <a:pt x="9054" y="5692"/>
                        <a:pt x="10000" y="6361"/>
                        <a:pt x="9841" y="8096"/>
                      </a:cubicBezTo>
                      <a:cubicBezTo>
                        <a:pt x="9668" y="10000"/>
                        <a:pt x="8448" y="9807"/>
                        <a:pt x="8448" y="980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9ED6"/>
                    </a:gs>
                    <a:gs pos="12000">
                      <a:srgbClr val="009ED6"/>
                    </a:gs>
                    <a:gs pos="67000">
                      <a:srgbClr val="006F96"/>
                    </a:gs>
                    <a:gs pos="100000">
                      <a:srgbClr val="006082"/>
                    </a:gs>
                  </a:gsLst>
                  <a:lin ang="5400012" scaled="0"/>
                </a:gradFill>
                <a:ln cap="flat" cmpd="sng" w="1270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57425" lIns="114875" spcFirstLastPara="1" rIns="114875" wrap="square" tIns="57425">
                  <a:noAutofit/>
                </a:bodyPr>
                <a:lstStyle/>
                <a:p>
                  <a:pPr indent="0" lvl="0" marL="0" marR="0" rtl="0" algn="ctr">
                    <a:lnSpc>
                      <a:spcPct val="249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500"/>
                    <a:buFont typeface="Arial"/>
                    <a:buNone/>
                  </a:pPr>
                  <a:r>
                    <a:t/>
                  </a:r>
                  <a:endParaRPr b="0" i="0" sz="9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244" name="Google Shape;244;g31ed28cfa71_0_425"/>
                <p:cNvSpPr/>
                <p:nvPr/>
              </p:nvSpPr>
              <p:spPr>
                <a:xfrm>
                  <a:off x="1578388" y="1396997"/>
                  <a:ext cx="1570500" cy="8904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60800" lIns="121625" spcFirstLastPara="1" rIns="121625" wrap="square" tIns="608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t/>
                  </a:r>
                  <a:endParaRPr b="0" i="0" sz="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" name="Google Shape;245;g31ed28cfa71_0_425"/>
                <p:cNvSpPr/>
                <p:nvPr/>
              </p:nvSpPr>
              <p:spPr>
                <a:xfrm>
                  <a:off x="2062087" y="1870804"/>
                  <a:ext cx="566100" cy="46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MEC</a:t>
                  </a:r>
                  <a:endParaRPr b="0" i="0" sz="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g31ed28cfa71_0_425"/>
                <p:cNvSpPr/>
                <p:nvPr/>
              </p:nvSpPr>
              <p:spPr>
                <a:xfrm>
                  <a:off x="1714796" y="1396999"/>
                  <a:ext cx="1260900" cy="380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600" lIns="91200" spcFirstLastPara="1" rIns="91200" wrap="square" tIns="456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" sz="800" u="none" cap="none" strike="noStrike">
                      <a:solidFill>
                        <a:srgbClr val="0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Nearside Edge</a:t>
                  </a:r>
                  <a:endParaRPr b="0" i="0" sz="8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  <p:sp>
            <p:nvSpPr>
              <p:cNvPr id="247" name="Google Shape;247;g31ed28cfa71_0_425"/>
              <p:cNvSpPr txBox="1"/>
              <p:nvPr/>
            </p:nvSpPr>
            <p:spPr>
              <a:xfrm>
                <a:off x="8997340" y="4289463"/>
                <a:ext cx="11241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tens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48" name="Google Shape;248;g31ed28cfa71_0_425"/>
              <p:cNvSpPr txBox="1"/>
              <p:nvPr/>
            </p:nvSpPr>
            <p:spPr>
              <a:xfrm>
                <a:off x="5773666" y="4296393"/>
                <a:ext cx="17454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Tens- Hundreds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49" name="Google Shape;249;g31ed28cfa71_0_425"/>
              <p:cNvSpPr txBox="1"/>
              <p:nvPr/>
            </p:nvSpPr>
            <p:spPr>
              <a:xfrm>
                <a:off x="3718040" y="4296392"/>
                <a:ext cx="19227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Hundreds-Thousands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50" name="Google Shape;250;g31ed28cfa71_0_425"/>
              <p:cNvSpPr/>
              <p:nvPr/>
            </p:nvSpPr>
            <p:spPr>
              <a:xfrm>
                <a:off x="798384" y="3908181"/>
                <a:ext cx="585300" cy="42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EDGE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251" name="Google Shape;251;g31ed28cfa71_0_425"/>
              <p:cNvSpPr txBox="1"/>
              <p:nvPr/>
            </p:nvSpPr>
            <p:spPr>
              <a:xfrm>
                <a:off x="2359572" y="4289392"/>
                <a:ext cx="828900" cy="25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Millions</a:t>
                </a:r>
                <a:endParaRPr b="0" i="0" sz="9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d28cfa71_0_429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The KubeEdge Project</a:t>
            </a:r>
            <a:endParaRPr sz="2800">
              <a:solidFill>
                <a:schemeClr val="lt1"/>
              </a:solidFill>
            </a:endParaRPr>
          </a:p>
        </p:txBody>
      </p:sp>
      <p:grpSp>
        <p:nvGrpSpPr>
          <p:cNvPr id="257" name="Google Shape;257;g31ed28cfa71_0_429"/>
          <p:cNvGrpSpPr/>
          <p:nvPr/>
        </p:nvGrpSpPr>
        <p:grpSpPr>
          <a:xfrm>
            <a:off x="619146" y="1005791"/>
            <a:ext cx="7470766" cy="2429264"/>
            <a:chOff x="1689258" y="1486207"/>
            <a:chExt cx="8547788" cy="2663667"/>
          </a:xfrm>
        </p:grpSpPr>
        <p:grpSp>
          <p:nvGrpSpPr>
            <p:cNvPr id="258" name="Google Shape;258;g31ed28cfa71_0_429"/>
            <p:cNvGrpSpPr/>
            <p:nvPr/>
          </p:nvGrpSpPr>
          <p:grpSpPr>
            <a:xfrm>
              <a:off x="1689258" y="1576607"/>
              <a:ext cx="391881" cy="2501881"/>
              <a:chOff x="853912" y="1811009"/>
              <a:chExt cx="495300" cy="3162135"/>
            </a:xfrm>
          </p:grpSpPr>
          <p:pic>
            <p:nvPicPr>
              <p:cNvPr id="259" name="Google Shape;259;g31ed28cfa71_0_429"/>
              <p:cNvPicPr preferRelativeResize="0"/>
              <p:nvPr/>
            </p:nvPicPr>
            <p:blipFill rotWithShape="1">
              <a:blip r:embed="rId3">
                <a:alphaModFix/>
              </a:blip>
              <a:srcRect b="-11423" l="-6041" r="-6041" t="-11411"/>
              <a:stretch/>
            </p:blipFill>
            <p:spPr>
              <a:xfrm>
                <a:off x="853912" y="1811009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260" name="Google Shape;260;g31ed28cfa71_0_429"/>
              <p:cNvPicPr preferRelativeResize="0"/>
              <p:nvPr/>
            </p:nvPicPr>
            <p:blipFill rotWithShape="1">
              <a:blip r:embed="rId4">
                <a:alphaModFix/>
              </a:blip>
              <a:srcRect b="-11169" l="-5236" r="-17103" t="-11169"/>
              <a:stretch/>
            </p:blipFill>
            <p:spPr>
              <a:xfrm>
                <a:off x="853912" y="2477718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261" name="Google Shape;261;g31ed28cfa71_0_429"/>
              <p:cNvPicPr preferRelativeResize="0"/>
              <p:nvPr/>
            </p:nvPicPr>
            <p:blipFill rotWithShape="1">
              <a:blip r:embed="rId5">
                <a:alphaModFix/>
              </a:blip>
              <a:srcRect b="-4573" l="-7817" r="-7829" t="-4584"/>
              <a:stretch/>
            </p:blipFill>
            <p:spPr>
              <a:xfrm>
                <a:off x="853912" y="3144427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262" name="Google Shape;262;g31ed28cfa71_0_429"/>
              <p:cNvPicPr preferRelativeResize="0"/>
              <p:nvPr/>
            </p:nvPicPr>
            <p:blipFill rotWithShape="1">
              <a:blip r:embed="rId6">
                <a:alphaModFix/>
              </a:blip>
              <a:srcRect b="-7182" l="0" r="0" t="-7194"/>
              <a:stretch/>
            </p:blipFill>
            <p:spPr>
              <a:xfrm>
                <a:off x="853912" y="3811136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263" name="Google Shape;263;g31ed28cfa71_0_429"/>
              <p:cNvPicPr preferRelativeResize="0"/>
              <p:nvPr/>
            </p:nvPicPr>
            <p:blipFill rotWithShape="1">
              <a:blip r:embed="rId7">
                <a:alphaModFix/>
              </a:blip>
              <a:srcRect b="-1840" l="0" r="0" t="-7724"/>
              <a:stretch/>
            </p:blipFill>
            <p:spPr>
              <a:xfrm>
                <a:off x="853912" y="4477844"/>
                <a:ext cx="495300" cy="495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sp>
          <p:nvSpPr>
            <p:cNvPr id="264" name="Google Shape;264;g31ed28cfa71_0_429"/>
            <p:cNvSpPr/>
            <p:nvPr/>
          </p:nvSpPr>
          <p:spPr>
            <a:xfrm>
              <a:off x="2082126" y="2447544"/>
              <a:ext cx="890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Device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  <a:endParaRPr b="1" i="0" sz="700" u="none" cap="none" strike="noStrik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1ed28cfa71_0_429"/>
            <p:cNvSpPr/>
            <p:nvPr/>
          </p:nvSpPr>
          <p:spPr>
            <a:xfrm>
              <a:off x="2080723" y="2937624"/>
              <a:ext cx="8805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Data Access</a:t>
              </a:r>
              <a:endParaRPr b="1" i="0" sz="700" u="none" cap="none" strike="noStrik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" name="Google Shape;266;g31ed28cfa71_0_429"/>
            <p:cNvCxnSpPr/>
            <p:nvPr/>
          </p:nvCxnSpPr>
          <p:spPr>
            <a:xfrm>
              <a:off x="2150388" y="2863068"/>
              <a:ext cx="741000" cy="0"/>
            </a:xfrm>
            <a:prstGeom prst="straightConnector1">
              <a:avLst/>
            </a:prstGeom>
            <a:noFill/>
            <a:ln cap="flat" cmpd="sng" w="57150">
              <a:solidFill>
                <a:srgbClr val="C0504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g31ed28cfa71_0_429"/>
            <p:cNvSpPr/>
            <p:nvPr/>
          </p:nvSpPr>
          <p:spPr>
            <a:xfrm>
              <a:off x="2937061" y="3209998"/>
              <a:ext cx="3132000" cy="449400"/>
            </a:xfrm>
            <a:prstGeom prst="roundRect">
              <a:avLst>
                <a:gd fmla="val 3636" name="adj"/>
              </a:avLst>
            </a:prstGeom>
            <a:solidFill>
              <a:srgbClr val="F2F2F2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1ed28cfa71_0_429"/>
            <p:cNvSpPr/>
            <p:nvPr/>
          </p:nvSpPr>
          <p:spPr>
            <a:xfrm>
              <a:off x="2937061" y="2127852"/>
              <a:ext cx="3132000" cy="971700"/>
            </a:xfrm>
            <a:prstGeom prst="roundRect">
              <a:avLst>
                <a:gd fmla="val 3636" name="adj"/>
              </a:avLst>
            </a:prstGeom>
            <a:solidFill>
              <a:srgbClr val="F2F2F2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C0504D"/>
                  </a:solidFill>
                  <a:latin typeface="Arial"/>
                  <a:ea typeface="Arial"/>
                  <a:cs typeface="Arial"/>
                  <a:sym typeface="Arial"/>
                </a:rPr>
                <a:t>KubeEdge - EdgeCore</a:t>
              </a:r>
              <a:endParaRPr b="1" i="0" sz="11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1ed28cfa71_0_429"/>
            <p:cNvSpPr/>
            <p:nvPr/>
          </p:nvSpPr>
          <p:spPr>
            <a:xfrm>
              <a:off x="6037523" y="2600007"/>
              <a:ext cx="1075500" cy="56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Cloud - Edge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415463"/>
                  </a:solidFill>
                  <a:latin typeface="Arial"/>
                  <a:ea typeface="Arial"/>
                  <a:cs typeface="Arial"/>
                  <a:sym typeface="Arial"/>
                </a:rPr>
                <a:t>Coordination</a:t>
              </a:r>
              <a:endParaRPr b="1" i="0" sz="800" u="none" cap="none" strike="noStrike">
                <a:solidFill>
                  <a:srgbClr val="4154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1ed28cfa71_0_429"/>
            <p:cNvSpPr txBox="1"/>
            <p:nvPr/>
          </p:nvSpPr>
          <p:spPr>
            <a:xfrm>
              <a:off x="5711872" y="1558061"/>
              <a:ext cx="381900" cy="1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5397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D1D1A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1" i="0" sz="11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1" name="Google Shape;271;g31ed28cfa71_0_4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53361" y="3855547"/>
              <a:ext cx="861609" cy="15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ge result for x86" id="272" name="Google Shape;272;g31ed28cfa71_0_4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70626" y="3735380"/>
              <a:ext cx="436286" cy="414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ge result for arm cpu" id="273" name="Google Shape;273;g31ed28cfa71_0_4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42669" y="3815114"/>
              <a:ext cx="400680" cy="2311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g31ed28cfa71_0_429"/>
            <p:cNvPicPr preferRelativeResize="0"/>
            <p:nvPr/>
          </p:nvPicPr>
          <p:blipFill rotWithShape="1">
            <a:blip r:embed="rId11">
              <a:alphaModFix/>
            </a:blip>
            <a:srcRect b="-2257" l="-2268" r="-2257" t="-2268"/>
            <a:stretch/>
          </p:blipFill>
          <p:spPr>
            <a:xfrm>
              <a:off x="2992673" y="3285558"/>
              <a:ext cx="345482" cy="2839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descr="Image result for mosquitto" id="275" name="Google Shape;275;g31ed28cfa71_0_429"/>
            <p:cNvPicPr preferRelativeResize="0"/>
            <p:nvPr/>
          </p:nvPicPr>
          <p:blipFill rotWithShape="1">
            <a:blip r:embed="rId12">
              <a:alphaModFix/>
            </a:blip>
            <a:srcRect b="22968" l="0" r="0" t="-6308"/>
            <a:stretch/>
          </p:blipFill>
          <p:spPr>
            <a:xfrm>
              <a:off x="4073921" y="3311749"/>
              <a:ext cx="280751" cy="220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76" name="Google Shape;276;g31ed28cfa71_0_429"/>
            <p:cNvPicPr preferRelativeResize="0"/>
            <p:nvPr/>
          </p:nvPicPr>
          <p:blipFill rotWithShape="1">
            <a:blip r:embed="rId13">
              <a:alphaModFix/>
            </a:blip>
            <a:srcRect b="4389" l="13094" r="15118" t="5843"/>
            <a:stretch/>
          </p:blipFill>
          <p:spPr>
            <a:xfrm>
              <a:off x="4427163" y="3306208"/>
              <a:ext cx="220163" cy="231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g31ed28cfa71_0_42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19817" y="3285558"/>
              <a:ext cx="198820" cy="27295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8" name="Google Shape;278;g31ed28cfa71_0_429"/>
            <p:cNvCxnSpPr/>
            <p:nvPr/>
          </p:nvCxnSpPr>
          <p:spPr>
            <a:xfrm>
              <a:off x="6079497" y="2899848"/>
              <a:ext cx="977400" cy="0"/>
            </a:xfrm>
            <a:prstGeom prst="straightConnector1">
              <a:avLst/>
            </a:prstGeom>
            <a:noFill/>
            <a:ln cap="flat" cmpd="sng" w="57150">
              <a:solidFill>
                <a:srgbClr val="326CE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9" name="Google Shape;279;g31ed28cfa71_0_429"/>
            <p:cNvSpPr/>
            <p:nvPr/>
          </p:nvSpPr>
          <p:spPr>
            <a:xfrm>
              <a:off x="3063839" y="2456867"/>
              <a:ext cx="1138200" cy="236100"/>
            </a:xfrm>
            <a:prstGeom prst="roundRect">
              <a:avLst>
                <a:gd fmla="val 16667" name="adj"/>
              </a:avLst>
            </a:prstGeom>
            <a:solidFill>
              <a:srgbClr val="C0504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Edged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1ed28cfa71_0_429"/>
            <p:cNvSpPr/>
            <p:nvPr/>
          </p:nvSpPr>
          <p:spPr>
            <a:xfrm>
              <a:off x="4365458" y="2457297"/>
              <a:ext cx="1542900" cy="236100"/>
            </a:xfrm>
            <a:prstGeom prst="roundRect">
              <a:avLst>
                <a:gd fmla="val 16667" name="adj"/>
              </a:avLst>
            </a:prstGeom>
            <a:solidFill>
              <a:srgbClr val="C0504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Meta Manager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1ed28cfa71_0_429"/>
            <p:cNvSpPr/>
            <p:nvPr/>
          </p:nvSpPr>
          <p:spPr>
            <a:xfrm>
              <a:off x="3063837" y="2780250"/>
              <a:ext cx="839400" cy="236100"/>
            </a:xfrm>
            <a:prstGeom prst="roundRect">
              <a:avLst>
                <a:gd fmla="val 16667" name="adj"/>
              </a:avLst>
            </a:prstGeom>
            <a:solidFill>
              <a:srgbClr val="C0504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EventBus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1ed28cfa71_0_429"/>
            <p:cNvSpPr/>
            <p:nvPr/>
          </p:nvSpPr>
          <p:spPr>
            <a:xfrm>
              <a:off x="4055814" y="2780250"/>
              <a:ext cx="903300" cy="236100"/>
            </a:xfrm>
            <a:prstGeom prst="roundRect">
              <a:avLst>
                <a:gd fmla="val 16667" name="adj"/>
              </a:avLst>
            </a:prstGeom>
            <a:solidFill>
              <a:srgbClr val="C0504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DeviceTwin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1ed28cfa71_0_429"/>
            <p:cNvSpPr/>
            <p:nvPr/>
          </p:nvSpPr>
          <p:spPr>
            <a:xfrm>
              <a:off x="5111681" y="2780250"/>
              <a:ext cx="809400" cy="236100"/>
            </a:xfrm>
            <a:prstGeom prst="roundRect">
              <a:avLst>
                <a:gd fmla="val 16667" name="adj"/>
              </a:avLst>
            </a:prstGeom>
            <a:solidFill>
              <a:srgbClr val="C0504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EdgeHub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1ed28cfa71_0_429"/>
            <p:cNvSpPr/>
            <p:nvPr/>
          </p:nvSpPr>
          <p:spPr>
            <a:xfrm>
              <a:off x="2937061" y="3741076"/>
              <a:ext cx="3132000" cy="378300"/>
            </a:xfrm>
            <a:prstGeom prst="roundRect">
              <a:avLst>
                <a:gd fmla="val 3636" name="adj"/>
              </a:avLst>
            </a:prstGeom>
            <a:noFill/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1ed28cfa71_0_429"/>
            <p:cNvSpPr/>
            <p:nvPr/>
          </p:nvSpPr>
          <p:spPr>
            <a:xfrm>
              <a:off x="2937061" y="1486207"/>
              <a:ext cx="3132000" cy="570300"/>
            </a:xfrm>
            <a:prstGeom prst="roundRect">
              <a:avLst>
                <a:gd fmla="val 3636" name="adj"/>
              </a:avLst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1" i="0" sz="900" u="none" cap="none" strike="noStrike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" name="Google Shape;286;g31ed28cfa71_0_429"/>
            <p:cNvGrpSpPr/>
            <p:nvPr/>
          </p:nvGrpSpPr>
          <p:grpSpPr>
            <a:xfrm>
              <a:off x="7105428" y="1779313"/>
              <a:ext cx="3131617" cy="1675876"/>
              <a:chOff x="7458954" y="1932252"/>
              <a:chExt cx="3865239" cy="2177028"/>
            </a:xfrm>
          </p:grpSpPr>
          <p:sp>
            <p:nvSpPr>
              <p:cNvPr id="287" name="Google Shape;287;g31ed28cfa71_0_429"/>
              <p:cNvSpPr/>
              <p:nvPr/>
            </p:nvSpPr>
            <p:spPr>
              <a:xfrm>
                <a:off x="7491775" y="1932252"/>
                <a:ext cx="3832418" cy="2177028"/>
              </a:xfrm>
              <a:custGeom>
                <a:rect b="b" l="l" r="r" t="t"/>
                <a:pathLst>
                  <a:path extrusionOk="0" h="21559" w="21229">
                    <a:moveTo>
                      <a:pt x="2877" y="21559"/>
                    </a:moveTo>
                    <a:lnTo>
                      <a:pt x="19171" y="21559"/>
                    </a:lnTo>
                    <a:cubicBezTo>
                      <a:pt x="19768" y="21347"/>
                      <a:pt x="20303" y="20765"/>
                      <a:pt x="20680" y="19916"/>
                    </a:cubicBezTo>
                    <a:cubicBezTo>
                      <a:pt x="21040" y="19106"/>
                      <a:pt x="21234" y="18102"/>
                      <a:pt x="21229" y="17071"/>
                    </a:cubicBezTo>
                    <a:cubicBezTo>
                      <a:pt x="21234" y="15974"/>
                      <a:pt x="20999" y="14916"/>
                      <a:pt x="20574" y="14120"/>
                    </a:cubicBezTo>
                    <a:cubicBezTo>
                      <a:pt x="20168" y="13361"/>
                      <a:pt x="19619" y="12897"/>
                      <a:pt x="19032" y="12815"/>
                    </a:cubicBezTo>
                    <a:cubicBezTo>
                      <a:pt x="18993" y="11058"/>
                      <a:pt x="18571" y="9410"/>
                      <a:pt x="17853" y="8198"/>
                    </a:cubicBezTo>
                    <a:cubicBezTo>
                      <a:pt x="17169" y="7043"/>
                      <a:pt x="16264" y="6380"/>
                      <a:pt x="15313" y="6355"/>
                    </a:cubicBezTo>
                    <a:cubicBezTo>
                      <a:pt x="14162" y="2482"/>
                      <a:pt x="11907" y="42"/>
                      <a:pt x="9439" y="1"/>
                    </a:cubicBezTo>
                    <a:cubicBezTo>
                      <a:pt x="6955" y="-41"/>
                      <a:pt x="4660" y="2354"/>
                      <a:pt x="3474" y="6227"/>
                    </a:cubicBezTo>
                    <a:cubicBezTo>
                      <a:pt x="1118" y="7300"/>
                      <a:pt x="-366" y="11428"/>
                      <a:pt x="78" y="15671"/>
                    </a:cubicBezTo>
                    <a:cubicBezTo>
                      <a:pt x="361" y="18371"/>
                      <a:pt x="1424" y="20608"/>
                      <a:pt x="2877" y="21559"/>
                    </a:cubicBezTo>
                    <a:close/>
                  </a:path>
                </a:pathLst>
              </a:custGeom>
              <a:noFill/>
              <a:ln cap="flat" cmpd="sng" w="57150">
                <a:solidFill>
                  <a:srgbClr val="2D91E2"/>
                </a:solidFill>
                <a:prstDash val="solid"/>
                <a:miter lim="400000"/>
                <a:headEnd len="sm" w="sm" type="none"/>
                <a:tailEnd len="sm" w="sm" type="none"/>
              </a:ln>
            </p:spPr>
            <p:txBody>
              <a:bodyPr anchorCtr="0" anchor="ctr" bIns="26775" lIns="26775" spcFirstLastPara="1" rIns="26775" wrap="square" tIns="267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g31ed28cfa71_0_429"/>
              <p:cNvSpPr txBox="1"/>
              <p:nvPr/>
            </p:nvSpPr>
            <p:spPr>
              <a:xfrm>
                <a:off x="8006792" y="2530577"/>
                <a:ext cx="2399700" cy="33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326CE5"/>
                    </a:solidFill>
                    <a:latin typeface="Arial"/>
                    <a:ea typeface="Arial"/>
                    <a:cs typeface="Arial"/>
                    <a:sym typeface="Arial"/>
                  </a:rPr>
                  <a:t>KubeEdge - CloudCore</a:t>
                </a:r>
                <a:endParaRPr b="1" i="0" sz="1100" u="none" cap="none" strike="noStrike">
                  <a:solidFill>
                    <a:srgbClr val="326CE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g31ed28cfa71_0_429"/>
              <p:cNvSpPr/>
              <p:nvPr/>
            </p:nvSpPr>
            <p:spPr>
              <a:xfrm>
                <a:off x="7458954" y="2998546"/>
                <a:ext cx="992400" cy="327000"/>
              </a:xfrm>
              <a:prstGeom prst="roundRect">
                <a:avLst>
                  <a:gd fmla="val 16667" name="adj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anchorCtr="0" anchor="ctr" bIns="34275" lIns="26975" spcFirstLastPara="1" rIns="269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CloudHub</a:t>
                </a:r>
                <a:endParaRPr b="0" i="0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g31ed28cfa71_0_429"/>
              <p:cNvSpPr/>
              <p:nvPr/>
            </p:nvSpPr>
            <p:spPr>
              <a:xfrm>
                <a:off x="8525374" y="2998546"/>
                <a:ext cx="1275300" cy="327000"/>
              </a:xfrm>
              <a:prstGeom prst="roundRect">
                <a:avLst>
                  <a:gd fmla="val 16667" name="adj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DeviceController</a:t>
                </a:r>
                <a:endParaRPr b="0" i="0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g31ed28cfa71_0_429"/>
              <p:cNvSpPr/>
              <p:nvPr/>
            </p:nvSpPr>
            <p:spPr>
              <a:xfrm>
                <a:off x="9874491" y="2998546"/>
                <a:ext cx="1227000" cy="327000"/>
              </a:xfrm>
              <a:prstGeom prst="roundRect">
                <a:avLst>
                  <a:gd fmla="val 16667" name="adj"/>
                </a:avLst>
              </a:prstGeom>
              <a:solidFill>
                <a:srgbClr val="326CE5"/>
              </a:solidFill>
              <a:ln>
                <a:noFill/>
              </a:ln>
            </p:spPr>
            <p:txBody>
              <a:bodyPr anchorCtr="0" anchor="ctr" bIns="34275" lIns="26975" spcFirstLastPara="1" rIns="269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EdgeController</a:t>
                </a:r>
                <a:endParaRPr b="0" i="0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g31ed28cfa71_0_429"/>
            <p:cNvGrpSpPr/>
            <p:nvPr/>
          </p:nvGrpSpPr>
          <p:grpSpPr>
            <a:xfrm>
              <a:off x="3039194" y="1593744"/>
              <a:ext cx="2694696" cy="373367"/>
              <a:chOff x="2204852" y="1755218"/>
              <a:chExt cx="3420099" cy="471900"/>
            </a:xfrm>
          </p:grpSpPr>
          <p:sp>
            <p:nvSpPr>
              <p:cNvPr id="293" name="Google Shape;293;g31ed28cfa71_0_429"/>
              <p:cNvSpPr/>
              <p:nvPr/>
            </p:nvSpPr>
            <p:spPr>
              <a:xfrm>
                <a:off x="2204852" y="1755218"/>
                <a:ext cx="1087500" cy="471900"/>
              </a:xfrm>
              <a:prstGeom prst="roundRect">
                <a:avLst>
                  <a:gd fmla="val 10242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34275" lIns="0" spcFirstLastPara="1" rIns="0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Flexible quality inspection </a:t>
                </a:r>
                <a:endParaRPr b="0" i="0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g31ed28cfa71_0_429"/>
              <p:cNvSpPr/>
              <p:nvPr/>
            </p:nvSpPr>
            <p:spPr>
              <a:xfrm>
                <a:off x="3372650" y="1755218"/>
                <a:ext cx="526800" cy="471900"/>
              </a:xfrm>
              <a:prstGeom prst="roundRect">
                <a:avLst>
                  <a:gd fmla="val 10242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34275" lIns="0" spcFirstLastPara="1" rIns="0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OCR</a:t>
                </a:r>
                <a:endParaRPr b="0" i="0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g31ed28cfa71_0_429"/>
              <p:cNvSpPr/>
              <p:nvPr/>
            </p:nvSpPr>
            <p:spPr>
              <a:xfrm>
                <a:off x="3979606" y="1755218"/>
                <a:ext cx="813600" cy="471900"/>
              </a:xfrm>
              <a:prstGeom prst="roundRect">
                <a:avLst>
                  <a:gd fmla="val 10242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34275" lIns="0" spcFirstLastPara="1" rIns="0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Facial Recognition</a:t>
                </a:r>
                <a:endParaRPr b="0" i="0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g31ed28cfa71_0_429"/>
              <p:cNvSpPr/>
              <p:nvPr/>
            </p:nvSpPr>
            <p:spPr>
              <a:xfrm>
                <a:off x="4873451" y="1755218"/>
                <a:ext cx="751500" cy="471900"/>
              </a:xfrm>
              <a:prstGeom prst="roundRect">
                <a:avLst>
                  <a:gd fmla="val 10242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34275" lIns="0" spcFirstLastPara="1" rIns="0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Behavior Analysis </a:t>
                </a:r>
                <a:endParaRPr b="0" i="0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Image result for opcua  logo" id="297" name="Google Shape;297;g31ed28cfa71_0_42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254082" y="3465123"/>
              <a:ext cx="743705" cy="130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modbus logo" id="298" name="Google Shape;298;g31ed28cfa71_0_42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991127" y="3235907"/>
              <a:ext cx="742709" cy="225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rio-stacked-color.png" id="299" name="Google Shape;299;g31ed28cfa71_0_42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410644" y="3311749"/>
              <a:ext cx="276519" cy="262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github.com/cncf/artwork/raw/master/projects/containerd/stacked/color/containerd-stacked-color.png" id="300" name="Google Shape;300;g31ed28cfa71_0_42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759654" y="3242649"/>
              <a:ext cx="241776" cy="384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github.com/cncf/artwork/raw/master/projects/kubernetes/horizontal/color/kubernetes-horizontal-color.png" id="301" name="Google Shape;301;g31ed28cfa71_0_42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711442" y="2947817"/>
              <a:ext cx="1540917" cy="373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@Ascend" id="302" name="Google Shape;302;g31ed28cfa71_0_42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555477" y="3782464"/>
              <a:ext cx="312790" cy="3127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g31ed28cfa71_0_429"/>
          <p:cNvSpPr/>
          <p:nvPr/>
        </p:nvSpPr>
        <p:spPr>
          <a:xfrm>
            <a:off x="526250" y="3706174"/>
            <a:ext cx="38991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Computing scenarios oriented, designed for edge-cloud collaboration.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experience of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Applications, Resources, Data, Devices, etc. 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between cloud &amp; edge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1ed28cfa71_0_429"/>
          <p:cNvSpPr/>
          <p:nvPr/>
        </p:nvSpPr>
        <p:spPr>
          <a:xfrm>
            <a:off x="4625825" y="3303750"/>
            <a:ext cx="4020900" cy="14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Cloud Native Edge Cloud Computing OSS Project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Governance, connecting Cloud Native and Edge Computing Ecosystem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7,600+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stars,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2,100+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forks on GitHub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1500+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contributors (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350+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code committers) from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100+ 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215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ed28cfa71_0_1272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>
                <a:solidFill>
                  <a:schemeClr val="lt1"/>
                </a:solidFill>
              </a:rPr>
              <a:t>Project introduction and updates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ed28cfa71_0_437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KubeEdge Architecture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315" name="Google Shape;315;g31ed28cfa71_0_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70" y="1491615"/>
            <a:ext cx="6430804" cy="331565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1ed28cfa71_0_437"/>
          <p:cNvSpPr/>
          <p:nvPr/>
        </p:nvSpPr>
        <p:spPr>
          <a:xfrm>
            <a:off x="5889784" y="1221581"/>
            <a:ext cx="2585100" cy="133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Seamless Cloud-Edge Coordination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Autonomy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Resource Readiness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Simplified Device Communication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Ecosystem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ed28cfa71_0_441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What’s New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322" name="Google Shape;322;g31ed28cfa71_0_441"/>
          <p:cNvSpPr txBox="1"/>
          <p:nvPr/>
        </p:nvSpPr>
        <p:spPr>
          <a:xfrm>
            <a:off x="350025" y="755175"/>
            <a:ext cx="573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KubeEdge v1.19 is live! (Oct 2024)</a:t>
            </a:r>
            <a:endParaRPr b="1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1ed28cfa71_0_441"/>
          <p:cNvSpPr txBox="1"/>
          <p:nvPr/>
        </p:nvSpPr>
        <p:spPr>
          <a:xfrm>
            <a:off x="407175" y="1446750"/>
            <a:ext cx="46818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Support Edge Nodes Report Event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kubectl get events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kubectl describe {resource_type} {resource_name}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Support OTA(Over-The-Air) Upgrades for Edge Nodes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Mapper Supports Device Data Writing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 Device method API AND improved Device data writing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Add OpenTelemetry to Mapper-framework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A New Release of KubeEdge Dashboard</a:t>
            </a:r>
            <a:endParaRPr b="0" i="0" sz="16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g31ed28cfa71_0_4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8450" y="1958400"/>
            <a:ext cx="3784899" cy="239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ed28cfa71_0_445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"/>
              <a:buFont typeface="Arial"/>
              <a:buNone/>
            </a:pPr>
            <a:r>
              <a:rPr lang="en" sz="2390">
                <a:solidFill>
                  <a:schemeClr val="lt1"/>
                </a:solidFill>
              </a:rPr>
              <a:t>SIG Device-IoT: Device Management Interface (DMI) </a:t>
            </a:r>
            <a:endParaRPr sz="2390">
              <a:solidFill>
                <a:schemeClr val="lt1"/>
              </a:solidFill>
            </a:endParaRPr>
          </a:p>
        </p:txBody>
      </p:sp>
      <p:grpSp>
        <p:nvGrpSpPr>
          <p:cNvPr id="330" name="Google Shape;330;g31ed28cfa71_0_445"/>
          <p:cNvGrpSpPr/>
          <p:nvPr/>
        </p:nvGrpSpPr>
        <p:grpSpPr>
          <a:xfrm>
            <a:off x="786683" y="1002414"/>
            <a:ext cx="7706250" cy="3248532"/>
            <a:chOff x="311626" y="1168926"/>
            <a:chExt cx="8711564" cy="3340737"/>
          </a:xfrm>
        </p:grpSpPr>
        <p:grpSp>
          <p:nvGrpSpPr>
            <p:cNvPr id="331" name="Google Shape;331;g31ed28cfa71_0_445"/>
            <p:cNvGrpSpPr/>
            <p:nvPr/>
          </p:nvGrpSpPr>
          <p:grpSpPr>
            <a:xfrm>
              <a:off x="311626" y="1168926"/>
              <a:ext cx="4089435" cy="3233868"/>
              <a:chOff x="2028446" y="3373765"/>
              <a:chExt cx="12343601" cy="9761146"/>
            </a:xfrm>
          </p:grpSpPr>
          <p:cxnSp>
            <p:nvCxnSpPr>
              <p:cNvPr id="332" name="Google Shape;332;g31ed28cfa71_0_445"/>
              <p:cNvCxnSpPr/>
              <p:nvPr/>
            </p:nvCxnSpPr>
            <p:spPr>
              <a:xfrm>
                <a:off x="2690555" y="6773221"/>
                <a:ext cx="11681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472C4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33" name="Google Shape;333;g31ed28cfa71_0_445"/>
              <p:cNvSpPr/>
              <p:nvPr/>
            </p:nvSpPr>
            <p:spPr>
              <a:xfrm>
                <a:off x="5083886" y="4282203"/>
                <a:ext cx="7006500" cy="2286600"/>
              </a:xfrm>
              <a:prstGeom prst="rect">
                <a:avLst/>
              </a:prstGeom>
              <a:solidFill>
                <a:srgbClr val="D0E0EE"/>
              </a:solidFill>
              <a:ln cap="flat" cmpd="sng" w="1905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KubeEdge Cloud Cluster</a:t>
                </a:r>
                <a:endParaRPr b="0" i="0" sz="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g31ed28cfa71_0_445"/>
              <p:cNvSpPr/>
              <p:nvPr/>
            </p:nvSpPr>
            <p:spPr>
              <a:xfrm>
                <a:off x="5083888" y="7021783"/>
                <a:ext cx="7006500" cy="2743800"/>
              </a:xfrm>
              <a:prstGeom prst="rect">
                <a:avLst/>
              </a:prstGeom>
              <a:solidFill>
                <a:srgbClr val="D0E0EE"/>
              </a:solidFill>
              <a:ln cap="flat" cmpd="sng" w="1905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en" sz="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EdgeCore</a:t>
                </a:r>
                <a:endParaRPr b="0" i="0" sz="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5" name="Google Shape;335;g31ed28cfa71_0_445"/>
              <p:cNvGrpSpPr/>
              <p:nvPr/>
            </p:nvGrpSpPr>
            <p:grpSpPr>
              <a:xfrm>
                <a:off x="5447426" y="7609709"/>
                <a:ext cx="6404400" cy="1927664"/>
                <a:chOff x="5447426" y="7288047"/>
                <a:chExt cx="6404400" cy="2249316"/>
              </a:xfrm>
            </p:grpSpPr>
            <p:sp>
              <p:nvSpPr>
                <p:cNvPr id="336" name="Google Shape;336;g31ed28cfa71_0_445"/>
                <p:cNvSpPr/>
                <p:nvPr/>
              </p:nvSpPr>
              <p:spPr>
                <a:xfrm>
                  <a:off x="5447426" y="7288047"/>
                  <a:ext cx="6404400" cy="675600"/>
                </a:xfrm>
                <a:prstGeom prst="rect">
                  <a:avLst/>
                </a:prstGeom>
                <a:solidFill>
                  <a:srgbClr val="5B9B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EdgeHub</a:t>
                  </a:r>
                  <a:endParaRPr b="0" i="0" sz="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g31ed28cfa71_0_445"/>
                <p:cNvSpPr/>
                <p:nvPr/>
              </p:nvSpPr>
              <p:spPr>
                <a:xfrm>
                  <a:off x="5447426" y="8071742"/>
                  <a:ext cx="6404400" cy="675600"/>
                </a:xfrm>
                <a:prstGeom prst="rect">
                  <a:avLst/>
                </a:prstGeom>
                <a:solidFill>
                  <a:srgbClr val="5B9B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Device Manager（Device Twin）</a:t>
                  </a:r>
                  <a:endParaRPr b="0" i="0" sz="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g31ed28cfa71_0_445"/>
                <p:cNvSpPr/>
                <p:nvPr/>
              </p:nvSpPr>
              <p:spPr>
                <a:xfrm>
                  <a:off x="5447426" y="8861763"/>
                  <a:ext cx="3168600" cy="675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dashDot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MQTT Broker</a:t>
                  </a:r>
                  <a:endParaRPr b="0" i="0" sz="5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9" name="Google Shape;339;g31ed28cfa71_0_445"/>
              <p:cNvSpPr/>
              <p:nvPr/>
            </p:nvSpPr>
            <p:spPr>
              <a:xfrm>
                <a:off x="5139505" y="3373765"/>
                <a:ext cx="3162900" cy="743100"/>
              </a:xfrm>
              <a:prstGeom prst="rect">
                <a:avLst/>
              </a:prstGeom>
              <a:solidFill>
                <a:srgbClr val="F4B081"/>
              </a:solidFill>
              <a:ln cap="flat" cmpd="sng" w="12700">
                <a:solidFill>
                  <a:srgbClr val="AC5B2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DeviceModel API (CRD)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g31ed28cfa71_0_445"/>
              <p:cNvSpPr/>
              <p:nvPr/>
            </p:nvSpPr>
            <p:spPr>
              <a:xfrm>
                <a:off x="8960064" y="6399693"/>
                <a:ext cx="494100" cy="8109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t/>
                </a:r>
                <a:endParaRPr b="0" i="0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1" name="Google Shape;341;g31ed28cfa71_0_445"/>
              <p:cNvGrpSpPr/>
              <p:nvPr/>
            </p:nvGrpSpPr>
            <p:grpSpPr>
              <a:xfrm>
                <a:off x="5329242" y="10254415"/>
                <a:ext cx="7006554" cy="2880496"/>
                <a:chOff x="912770" y="4684303"/>
                <a:chExt cx="3429206" cy="1535200"/>
              </a:xfrm>
            </p:grpSpPr>
            <p:sp>
              <p:nvSpPr>
                <p:cNvPr id="342" name="Google Shape;342;g31ed28cfa71_0_445"/>
                <p:cNvSpPr/>
                <p:nvPr/>
              </p:nvSpPr>
              <p:spPr>
                <a:xfrm>
                  <a:off x="1146376" y="4684303"/>
                  <a:ext cx="3195600" cy="1272300"/>
                </a:xfrm>
                <a:prstGeom prst="rect">
                  <a:avLst/>
                </a:prstGeom>
                <a:solidFill>
                  <a:srgbClr val="D0E0EE"/>
                </a:solidFill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g31ed28cfa71_0_445"/>
                <p:cNvSpPr/>
                <p:nvPr/>
              </p:nvSpPr>
              <p:spPr>
                <a:xfrm>
                  <a:off x="1029573" y="4815753"/>
                  <a:ext cx="3195600" cy="1272300"/>
                </a:xfrm>
                <a:prstGeom prst="rect">
                  <a:avLst/>
                </a:prstGeom>
                <a:solidFill>
                  <a:srgbClr val="D0E0EE"/>
                </a:solidFill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g31ed28cfa71_0_445"/>
                <p:cNvSpPr/>
                <p:nvPr/>
              </p:nvSpPr>
              <p:spPr>
                <a:xfrm>
                  <a:off x="912770" y="4947203"/>
                  <a:ext cx="3195600" cy="1272300"/>
                </a:xfrm>
                <a:prstGeom prst="rect">
                  <a:avLst/>
                </a:prstGeom>
                <a:solidFill>
                  <a:srgbClr val="D0E0EE"/>
                </a:solidFill>
                <a:ln cap="flat" cmpd="sng" w="19050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Mapper Container</a:t>
                  </a:r>
                  <a:endParaRPr b="0" i="0" sz="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g31ed28cfa71_0_445"/>
                <p:cNvSpPr/>
                <p:nvPr/>
              </p:nvSpPr>
              <p:spPr>
                <a:xfrm>
                  <a:off x="989237" y="5242064"/>
                  <a:ext cx="972000" cy="367200"/>
                </a:xfrm>
                <a:prstGeom prst="rect">
                  <a:avLst/>
                </a:prstGeom>
                <a:solidFill>
                  <a:srgbClr val="5B9B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Device Modelling</a:t>
                  </a:r>
                  <a:endParaRPr b="0" i="0" sz="7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6" name="Google Shape;346;g31ed28cfa71_0_445"/>
                <p:cNvGrpSpPr/>
                <p:nvPr/>
              </p:nvGrpSpPr>
              <p:grpSpPr>
                <a:xfrm>
                  <a:off x="989125" y="5652347"/>
                  <a:ext cx="3039600" cy="477600"/>
                  <a:chOff x="5975091" y="2494730"/>
                  <a:chExt cx="3039600" cy="477600"/>
                </a:xfrm>
              </p:grpSpPr>
              <p:sp>
                <p:nvSpPr>
                  <p:cNvPr id="347" name="Google Shape;347;g31ed28cfa71_0_445"/>
                  <p:cNvSpPr/>
                  <p:nvPr/>
                </p:nvSpPr>
                <p:spPr>
                  <a:xfrm rot="5400000">
                    <a:off x="7256091" y="1213730"/>
                    <a:ext cx="477600" cy="3039600"/>
                  </a:xfrm>
                  <a:prstGeom prst="rect">
                    <a:avLst/>
                  </a:prstGeom>
                  <a:solidFill>
                    <a:srgbClr val="DBDADA"/>
                  </a:solidFill>
                  <a:ln cap="flat" cmpd="sng" w="9525">
                    <a:solidFill>
                      <a:srgbClr val="000000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b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500"/>
                      <a:buFont typeface="Arial"/>
                      <a:buNone/>
                    </a:pPr>
                    <a:r>
                      <a:rPr b="0" i="0" lang="en" sz="5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plugins</a:t>
                    </a:r>
                    <a:endParaRPr b="0" i="0" sz="5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500"/>
                      <a:buFont typeface="Arial"/>
                      <a:buNone/>
                    </a:pPr>
                    <a:r>
                      <a:t/>
                    </a:r>
                    <a:endParaRPr b="0" i="0" sz="5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48" name="Google Shape;348;g31ed28cfa71_0_445"/>
                  <p:cNvGrpSpPr/>
                  <p:nvPr/>
                </p:nvGrpSpPr>
                <p:grpSpPr>
                  <a:xfrm>
                    <a:off x="6374601" y="2571590"/>
                    <a:ext cx="2570816" cy="324000"/>
                    <a:chOff x="6346893" y="2572199"/>
                    <a:chExt cx="2570816" cy="324000"/>
                  </a:xfrm>
                </p:grpSpPr>
                <p:sp>
                  <p:nvSpPr>
                    <p:cNvPr id="349" name="Google Shape;349;g31ed28cfa71_0_445"/>
                    <p:cNvSpPr/>
                    <p:nvPr/>
                  </p:nvSpPr>
                  <p:spPr>
                    <a:xfrm>
                      <a:off x="6346893" y="2572199"/>
                      <a:ext cx="828000" cy="324000"/>
                    </a:xfrm>
                    <a:prstGeom prst="rect">
                      <a:avLst/>
                    </a:prstGeom>
                    <a:solidFill>
                      <a:srgbClr val="5B9BD6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en" sz="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OPC-UA plugin</a:t>
                      </a:r>
                      <a:endParaRPr b="1" i="0" sz="5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" name="Google Shape;350;g31ed28cfa71_0_445"/>
                    <p:cNvSpPr/>
                    <p:nvPr/>
                  </p:nvSpPr>
                  <p:spPr>
                    <a:xfrm>
                      <a:off x="8089709" y="2572199"/>
                      <a:ext cx="828000" cy="324000"/>
                    </a:xfrm>
                    <a:prstGeom prst="rect">
                      <a:avLst/>
                    </a:prstGeom>
                    <a:solidFill>
                      <a:srgbClr val="5B9BD6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en" sz="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Modbus plugin</a:t>
                      </a:r>
                      <a:endParaRPr b="1" i="0" sz="5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1" name="Google Shape;351;g31ed28cfa71_0_445"/>
                    <p:cNvSpPr/>
                    <p:nvPr/>
                  </p:nvSpPr>
                  <p:spPr>
                    <a:xfrm>
                      <a:off x="7218301" y="2572199"/>
                      <a:ext cx="828000" cy="324000"/>
                    </a:xfrm>
                    <a:prstGeom prst="rect">
                      <a:avLst/>
                    </a:prstGeom>
                    <a:solidFill>
                      <a:srgbClr val="5B9BD6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en" sz="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Bluetooth plugin</a:t>
                      </a:r>
                      <a:endParaRPr b="1" i="0" sz="5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352" name="Google Shape;352;g31ed28cfa71_0_445"/>
                <p:cNvSpPr/>
                <p:nvPr/>
              </p:nvSpPr>
              <p:spPr>
                <a:xfrm>
                  <a:off x="2028113" y="5242064"/>
                  <a:ext cx="972000" cy="367200"/>
                </a:xfrm>
                <a:prstGeom prst="rect">
                  <a:avLst/>
                </a:prstGeom>
                <a:solidFill>
                  <a:srgbClr val="5B9B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Data Collection</a:t>
                  </a:r>
                  <a:endParaRPr b="0" i="0" sz="7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g31ed28cfa71_0_445"/>
                <p:cNvSpPr/>
                <p:nvPr/>
              </p:nvSpPr>
              <p:spPr>
                <a:xfrm>
                  <a:off x="3066989" y="5242064"/>
                  <a:ext cx="972000" cy="367200"/>
                </a:xfrm>
                <a:prstGeom prst="rect">
                  <a:avLst/>
                </a:prstGeom>
                <a:solidFill>
                  <a:srgbClr val="5B9BD6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500"/>
                    <a:buFont typeface="Arial"/>
                    <a:buNone/>
                  </a:pPr>
                  <a:r>
                    <a:rPr b="0" i="0" lang="en" sz="5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Data Forwarding</a:t>
                  </a:r>
                  <a:endParaRPr b="0" i="0" sz="5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4" name="Google Shape;354;g31ed28cfa71_0_445"/>
              <p:cNvSpPr/>
              <p:nvPr/>
            </p:nvSpPr>
            <p:spPr>
              <a:xfrm>
                <a:off x="9886218" y="8827936"/>
                <a:ext cx="311400" cy="18861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t/>
                </a:r>
                <a:endParaRPr b="0" i="0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55" name="Google Shape;355;g31ed28cfa71_0_44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550074" y="4794700"/>
                <a:ext cx="1502812" cy="12523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g31ed28cfa71_0_445"/>
              <p:cNvSpPr/>
              <p:nvPr/>
            </p:nvSpPr>
            <p:spPr>
              <a:xfrm>
                <a:off x="7362717" y="4853183"/>
                <a:ext cx="4270500" cy="675600"/>
              </a:xfrm>
              <a:prstGeom prst="rect">
                <a:avLst/>
              </a:prstGeom>
              <a:solidFill>
                <a:srgbClr val="5B9BD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Controller</a:t>
                </a:r>
                <a:endParaRPr b="0" i="0" sz="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g31ed28cfa71_0_445"/>
              <p:cNvSpPr/>
              <p:nvPr/>
            </p:nvSpPr>
            <p:spPr>
              <a:xfrm>
                <a:off x="7362717" y="5626438"/>
                <a:ext cx="4270500" cy="675600"/>
              </a:xfrm>
              <a:prstGeom prst="rect">
                <a:avLst/>
              </a:prstGeom>
              <a:solidFill>
                <a:srgbClr val="5B9BD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Cloud Hub</a:t>
                </a:r>
                <a:endParaRPr b="0" i="0" sz="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g31ed28cfa71_0_445"/>
              <p:cNvSpPr txBox="1"/>
              <p:nvPr/>
            </p:nvSpPr>
            <p:spPr>
              <a:xfrm>
                <a:off x="5280103" y="5997215"/>
                <a:ext cx="2182800" cy="54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Kubernetes</a:t>
                </a:r>
                <a:endParaRPr b="0" i="0" sz="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g31ed28cfa71_0_445"/>
              <p:cNvSpPr/>
              <p:nvPr/>
            </p:nvSpPr>
            <p:spPr>
              <a:xfrm>
                <a:off x="8881478" y="3373765"/>
                <a:ext cx="3162900" cy="743100"/>
              </a:xfrm>
              <a:prstGeom prst="rect">
                <a:avLst/>
              </a:prstGeom>
              <a:solidFill>
                <a:srgbClr val="F4B081"/>
              </a:solidFill>
              <a:ln cap="flat" cmpd="sng" w="12700">
                <a:solidFill>
                  <a:srgbClr val="AC5B2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Device API (CRD)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g31ed28cfa71_0_445"/>
              <p:cNvSpPr/>
              <p:nvPr/>
            </p:nvSpPr>
            <p:spPr>
              <a:xfrm>
                <a:off x="2646508" y="6117996"/>
                <a:ext cx="1721400" cy="494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Cloud</a:t>
                </a:r>
                <a:endParaRPr b="0" i="0" sz="5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g31ed28cfa71_0_445"/>
              <p:cNvSpPr/>
              <p:nvPr/>
            </p:nvSpPr>
            <p:spPr>
              <a:xfrm>
                <a:off x="2646506" y="6922501"/>
                <a:ext cx="1721400" cy="494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</a:t>
                </a:r>
                <a:endParaRPr b="0" i="0" sz="500" u="none" cap="none" strike="noStrike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g31ed28cfa71_0_445"/>
              <p:cNvSpPr/>
              <p:nvPr/>
            </p:nvSpPr>
            <p:spPr>
              <a:xfrm>
                <a:off x="6746316" y="9630622"/>
                <a:ext cx="326100" cy="1083600"/>
              </a:xfrm>
              <a:prstGeom prst="upDownArrow">
                <a:avLst>
                  <a:gd fmla="val 50000" name="adj1"/>
                  <a:gd fmla="val 50000" name="adj2"/>
                </a:avLst>
              </a:prstGeom>
              <a:solidFill>
                <a:srgbClr val="4472C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t/>
                </a:r>
                <a:endParaRPr b="0" i="0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g31ed28cfa71_0_445"/>
              <p:cNvSpPr/>
              <p:nvPr/>
            </p:nvSpPr>
            <p:spPr>
              <a:xfrm>
                <a:off x="12507547" y="5377237"/>
                <a:ext cx="1864500" cy="1191600"/>
              </a:xfrm>
              <a:prstGeom prst="rect">
                <a:avLst/>
              </a:prstGeom>
              <a:solidFill>
                <a:srgbClr val="D0E0EE"/>
              </a:solidFill>
              <a:ln cap="flat" cmpd="sng" w="1905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APP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 Cloud 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" name="Google Shape;364;g31ed28cfa71_0_445"/>
              <p:cNvCxnSpPr>
                <a:stCxn id="353" idx="3"/>
                <a:endCxn id="363" idx="2"/>
              </p:cNvCxnSpPr>
              <p:nvPr/>
            </p:nvCxnSpPr>
            <p:spPr>
              <a:xfrm flipH="1" rot="10800000">
                <a:off x="11716733" y="6568831"/>
                <a:ext cx="1723200" cy="5076600"/>
              </a:xfrm>
              <a:prstGeom prst="curvedConnector2">
                <a:avLst/>
              </a:prstGeom>
              <a:noFill/>
              <a:ln cap="flat" cmpd="sng" w="19050">
                <a:solidFill>
                  <a:srgbClr val="385623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365" name="Google Shape;365;g31ed28cfa71_0_445"/>
              <p:cNvSpPr txBox="1"/>
              <p:nvPr/>
            </p:nvSpPr>
            <p:spPr>
              <a:xfrm>
                <a:off x="6190437" y="9855560"/>
                <a:ext cx="4752900" cy="4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DMI API (Rest)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g31ed28cfa71_0_445"/>
              <p:cNvSpPr/>
              <p:nvPr/>
            </p:nvSpPr>
            <p:spPr>
              <a:xfrm>
                <a:off x="2028446" y="10747920"/>
                <a:ext cx="1416900" cy="2385000"/>
              </a:xfrm>
              <a:prstGeom prst="rect">
                <a:avLst/>
              </a:prstGeom>
              <a:solidFill>
                <a:srgbClr val="D0E0EE"/>
              </a:solidFill>
              <a:ln cap="flat" cmpd="sng" w="19050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 APP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 Edge</a:t>
                </a:r>
                <a:endParaRPr b="0" i="0" sz="5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" name="Google Shape;367;g31ed28cfa71_0_445"/>
              <p:cNvCxnSpPr>
                <a:stCxn id="344" idx="1"/>
                <a:endCxn id="366" idx="3"/>
              </p:cNvCxnSpPr>
              <p:nvPr/>
            </p:nvCxnSpPr>
            <p:spPr>
              <a:xfrm flipH="1">
                <a:off x="3445242" y="11941303"/>
                <a:ext cx="1884000" cy="1500"/>
              </a:xfrm>
              <a:prstGeom prst="curvedConnector3">
                <a:avLst>
                  <a:gd fmla="val 49997" name="adj1"/>
                </a:avLst>
              </a:prstGeom>
              <a:noFill/>
              <a:ln cap="flat" cmpd="sng" w="19050">
                <a:solidFill>
                  <a:srgbClr val="385623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368" name="Google Shape;368;g31ed28cfa71_0_445"/>
              <p:cNvSpPr txBox="1"/>
              <p:nvPr/>
            </p:nvSpPr>
            <p:spPr>
              <a:xfrm>
                <a:off x="12216122" y="8248677"/>
                <a:ext cx="1997100" cy="931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over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EdgeMesh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g31ed28cfa71_0_445"/>
              <p:cNvSpPr txBox="1"/>
              <p:nvPr/>
            </p:nvSpPr>
            <p:spPr>
              <a:xfrm>
                <a:off x="3526565" y="10715609"/>
                <a:ext cx="1721400" cy="47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over EdgeMesh</a:t>
                </a:r>
                <a:endParaRPr b="0" i="0" sz="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g31ed28cfa71_0_445"/>
            <p:cNvGrpSpPr/>
            <p:nvPr/>
          </p:nvGrpSpPr>
          <p:grpSpPr>
            <a:xfrm>
              <a:off x="4540337" y="1440316"/>
              <a:ext cx="4482853" cy="3069347"/>
              <a:chOff x="16058982" y="4213945"/>
              <a:chExt cx="13027761" cy="8919927"/>
            </a:xfrm>
          </p:grpSpPr>
          <p:sp>
            <p:nvSpPr>
              <p:cNvPr id="371" name="Google Shape;371;g31ed28cfa71_0_445"/>
              <p:cNvSpPr/>
              <p:nvPr/>
            </p:nvSpPr>
            <p:spPr>
              <a:xfrm>
                <a:off x="16199643" y="12446272"/>
                <a:ext cx="12887100" cy="68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rPr b="0" i="0" lang="en" sz="500" u="sng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https://www.cncf.io/blog/2022/10/05/kubeedge-design-and-implementation-of-the-next-generation-cloud-native-edge-device-management-standard-dmi/</a:t>
                </a:r>
                <a:r>
                  <a:rPr b="0" i="0" lang="en" sz="500" u="sng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 </a:t>
                </a:r>
                <a:endParaRPr b="0" i="0" sz="500" u="sng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372" name="Google Shape;372;g31ed28cfa71_0_445"/>
              <p:cNvSpPr txBox="1"/>
              <p:nvPr/>
            </p:nvSpPr>
            <p:spPr>
              <a:xfrm>
                <a:off x="16402170" y="4213945"/>
                <a:ext cx="12560400" cy="27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-139700" lvl="0" marL="1397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Noto Sans Symbols"/>
                  <a:buChar char="✔"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Decoupled control plane and data plane for IoT devices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39700" lvl="0" marL="1397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Noto Sans Symbols"/>
                  <a:buChar char="✔"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(data) as a Service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39700" lvl="0" marL="1397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Noto Sans Symbols"/>
                  <a:buChar char="✔"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Help developers to focus on their own application development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39700" lvl="0" marL="1397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Noto Sans Symbols"/>
                  <a:buChar char="✔"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Reduced channel congestion between cloud and edge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139700" lvl="0" marL="13970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Noto Sans Symbols"/>
                  <a:buChar char="✔"/>
                </a:pPr>
                <a:r>
                  <a:rPr b="0" i="0" lang="en" sz="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 more flexible and unified way to manage IoT Devices</a:t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90471636531536_.pic" id="373" name="Google Shape;373;g31ed28cfa71_0_445"/>
              <p:cNvPicPr preferRelativeResize="0"/>
              <p:nvPr/>
            </p:nvPicPr>
            <p:blipFill rotWithShape="1">
              <a:blip r:embed="rId5">
                <a:alphaModFix/>
              </a:blip>
              <a:srcRect b="6902" l="6275" r="5087" t="36195"/>
              <a:stretch/>
            </p:blipFill>
            <p:spPr>
              <a:xfrm>
                <a:off x="16058982" y="7707946"/>
                <a:ext cx="12076403" cy="47884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74" name="Google Shape;374;g31ed28cfa71_0_445"/>
          <p:cNvSpPr/>
          <p:nvPr/>
        </p:nvSpPr>
        <p:spPr>
          <a:xfrm>
            <a:off x="786675" y="4250938"/>
            <a:ext cx="5006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updates: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Device APIs, including build-in protocols </a:t>
            </a:r>
            <a:r>
              <a:rPr lang="en" sz="1100"/>
              <a:t>like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Modbus, Opc-UA and </a:t>
            </a:r>
            <a:r>
              <a:rPr lang="en" sz="1100"/>
              <a:t>Bluetooth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Mapper supports video streaming data reporting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mapper upgrade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ed28cfa71_0_449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SIG Node: Edge Architecture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380" name="Google Shape;380;g31ed28cfa71_0_4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393" y="2546984"/>
            <a:ext cx="3208414" cy="97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1ed28cfa71_0_4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2595" y="3858017"/>
            <a:ext cx="4081076" cy="57302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1ed28cfa71_0_449"/>
          <p:cNvSpPr txBox="1"/>
          <p:nvPr/>
        </p:nvSpPr>
        <p:spPr>
          <a:xfrm>
            <a:off x="4442595" y="2317670"/>
            <a:ext cx="281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kubeedge/kubernetes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1ed28cfa71_0_449"/>
          <p:cNvSpPr txBox="1"/>
          <p:nvPr/>
        </p:nvSpPr>
        <p:spPr>
          <a:xfrm>
            <a:off x="4442595" y="3588919"/>
            <a:ext cx="281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kubeedge/kubeedge go.mod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g31ed28cfa71_0_449"/>
          <p:cNvGrpSpPr/>
          <p:nvPr/>
        </p:nvGrpSpPr>
        <p:grpSpPr>
          <a:xfrm>
            <a:off x="795406" y="1078113"/>
            <a:ext cx="3214901" cy="3108866"/>
            <a:chOff x="479327" y="1673363"/>
            <a:chExt cx="4470728" cy="4017661"/>
          </a:xfrm>
        </p:grpSpPr>
        <p:cxnSp>
          <p:nvCxnSpPr>
            <p:cNvPr id="385" name="Google Shape;385;g31ed28cfa71_0_449"/>
            <p:cNvCxnSpPr/>
            <p:nvPr/>
          </p:nvCxnSpPr>
          <p:spPr>
            <a:xfrm>
              <a:off x="2676259" y="2958780"/>
              <a:ext cx="0" cy="273300"/>
            </a:xfrm>
            <a:prstGeom prst="straightConnector1">
              <a:avLst/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86" name="Google Shape;386;g31ed28cfa71_0_449"/>
            <p:cNvSpPr/>
            <p:nvPr/>
          </p:nvSpPr>
          <p:spPr>
            <a:xfrm>
              <a:off x="1705368" y="2719406"/>
              <a:ext cx="2100300" cy="239400"/>
            </a:xfrm>
            <a:prstGeom prst="rect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EdgeHub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1ed28cfa71_0_449"/>
            <p:cNvSpPr txBox="1"/>
            <p:nvPr/>
          </p:nvSpPr>
          <p:spPr>
            <a:xfrm>
              <a:off x="1984283" y="2289306"/>
              <a:ext cx="739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WebSocket</a:t>
              </a:r>
              <a:endParaRPr b="1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1ed28cfa71_0_449"/>
            <p:cNvSpPr/>
            <p:nvPr/>
          </p:nvSpPr>
          <p:spPr>
            <a:xfrm>
              <a:off x="1344503" y="3232210"/>
              <a:ext cx="2438700" cy="839100"/>
            </a:xfrm>
            <a:prstGeom prst="rect">
              <a:avLst/>
            </a:prstGeom>
            <a:solidFill>
              <a:srgbClr val="D0E0ED"/>
            </a:solidFill>
            <a:ln cap="flat" cmpd="sng" w="12700">
              <a:solidFill>
                <a:srgbClr val="31538F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25700" lIns="51425" spcFirstLastPara="1" rIns="51425" wrap="square" tIns="2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1ed28cfa71_0_449"/>
            <p:cNvSpPr/>
            <p:nvPr/>
          </p:nvSpPr>
          <p:spPr>
            <a:xfrm>
              <a:off x="2878877" y="3493812"/>
              <a:ext cx="793200" cy="242400"/>
            </a:xfrm>
            <a:prstGeom prst="rect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DeviceTwin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1ed28cfa71_0_449"/>
            <p:cNvSpPr/>
            <p:nvPr/>
          </p:nvSpPr>
          <p:spPr>
            <a:xfrm>
              <a:off x="1502638" y="3313770"/>
              <a:ext cx="1255500" cy="602400"/>
            </a:xfrm>
            <a:prstGeom prst="rect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25700" lIns="0" spcFirstLastPara="1" rIns="0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MetaManager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1ed28cfa71_0_449"/>
            <p:cNvSpPr/>
            <p:nvPr/>
          </p:nvSpPr>
          <p:spPr>
            <a:xfrm>
              <a:off x="2043322" y="4269271"/>
              <a:ext cx="1740000" cy="310500"/>
            </a:xfrm>
            <a:prstGeom prst="rect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Edged（Kubelet-Lite）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1ed28cfa71_0_449"/>
            <p:cNvSpPr/>
            <p:nvPr/>
          </p:nvSpPr>
          <p:spPr>
            <a:xfrm>
              <a:off x="758755" y="1673363"/>
              <a:ext cx="4191300" cy="567300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25700" lIns="51425" spcFirstLastPara="1" rIns="51425" wrap="square" tIns="2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1ed28cfa71_0_449"/>
            <p:cNvSpPr/>
            <p:nvPr/>
          </p:nvSpPr>
          <p:spPr>
            <a:xfrm>
              <a:off x="949073" y="1909830"/>
              <a:ext cx="2100300" cy="220500"/>
            </a:xfrm>
            <a:prstGeom prst="rect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CloudHub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1ed28cfa71_0_449"/>
            <p:cNvSpPr/>
            <p:nvPr/>
          </p:nvSpPr>
          <p:spPr>
            <a:xfrm>
              <a:off x="479327" y="3438014"/>
              <a:ext cx="511655" cy="415506"/>
            </a:xfrm>
            <a:prstGeom prst="flowChartMagneticDisk">
              <a:avLst/>
            </a:prstGeom>
            <a:solidFill>
              <a:srgbClr val="19ABE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0" spcFirstLastPara="1" rIns="0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Edge Store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1ed28cfa71_0_449"/>
            <p:cNvSpPr/>
            <p:nvPr/>
          </p:nvSpPr>
          <p:spPr>
            <a:xfrm>
              <a:off x="3814132" y="1860210"/>
              <a:ext cx="928209" cy="321466"/>
            </a:xfrm>
            <a:prstGeom prst="flowChartMagneticDisk">
              <a:avLst/>
            </a:prstGeom>
            <a:solidFill>
              <a:srgbClr val="19ABE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Global Store</a:t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1ed28cfa71_0_449"/>
            <p:cNvSpPr/>
            <p:nvPr/>
          </p:nvSpPr>
          <p:spPr>
            <a:xfrm>
              <a:off x="1569332" y="5162124"/>
              <a:ext cx="2727600" cy="528900"/>
            </a:xfrm>
            <a:prstGeom prst="rect">
              <a:avLst/>
            </a:prstGeom>
            <a:solidFill>
              <a:srgbClr val="D0E0ED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25700" lIns="51425" spcFirstLastPara="1" rIns="51425" wrap="square" tIns="2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1ed28cfa71_0_449"/>
            <p:cNvSpPr txBox="1"/>
            <p:nvPr/>
          </p:nvSpPr>
          <p:spPr>
            <a:xfrm>
              <a:off x="1580663" y="5158440"/>
              <a:ext cx="747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700" lIns="51425" spcFirstLastPara="1" rIns="51425" wrap="square" tIns="2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364784"/>
                  </a:solidFill>
                  <a:latin typeface="Arial"/>
                  <a:ea typeface="Arial"/>
                  <a:cs typeface="Arial"/>
                  <a:sym typeface="Arial"/>
                </a:rPr>
                <a:t>Runtime</a:t>
              </a:r>
              <a:endParaRPr b="0" i="0" sz="700" u="none" cap="none" strike="noStrike">
                <a:solidFill>
                  <a:srgbClr val="36478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1ed28cfa71_0_449"/>
            <p:cNvSpPr/>
            <p:nvPr/>
          </p:nvSpPr>
          <p:spPr>
            <a:xfrm>
              <a:off x="1491322" y="4817499"/>
              <a:ext cx="795900" cy="2184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Docker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1ed28cfa71_0_449"/>
            <p:cNvSpPr/>
            <p:nvPr/>
          </p:nvSpPr>
          <p:spPr>
            <a:xfrm>
              <a:off x="2507181" y="4825428"/>
              <a:ext cx="812100" cy="2247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Containerd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1ed28cfa71_0_449"/>
            <p:cNvSpPr/>
            <p:nvPr/>
          </p:nvSpPr>
          <p:spPr>
            <a:xfrm>
              <a:off x="3514138" y="4816954"/>
              <a:ext cx="920400" cy="2286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CRI-O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g31ed28cfa71_0_449"/>
            <p:cNvCxnSpPr>
              <a:stCxn id="398" idx="0"/>
              <a:endCxn id="391" idx="2"/>
            </p:cNvCxnSpPr>
            <p:nvPr/>
          </p:nvCxnSpPr>
          <p:spPr>
            <a:xfrm rot="-5400000">
              <a:off x="2282572" y="4186599"/>
              <a:ext cx="237600" cy="1024200"/>
            </a:xfrm>
            <a:prstGeom prst="bentConnector3">
              <a:avLst>
                <a:gd fmla="val 50027" name="adj1"/>
              </a:avLst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402" name="Google Shape;402;g31ed28cfa71_0_449"/>
            <p:cNvCxnSpPr>
              <a:stCxn id="400" idx="0"/>
              <a:endCxn id="391" idx="2"/>
            </p:cNvCxnSpPr>
            <p:nvPr/>
          </p:nvCxnSpPr>
          <p:spPr>
            <a:xfrm flipH="1" rot="5400000">
              <a:off x="3325138" y="4167754"/>
              <a:ext cx="237300" cy="1061100"/>
            </a:xfrm>
            <a:prstGeom prst="bentConnector3">
              <a:avLst>
                <a:gd fmla="val 49975" name="adj1"/>
              </a:avLst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403" name="Google Shape;403;g31ed28cfa71_0_449"/>
            <p:cNvCxnSpPr>
              <a:stCxn id="399" idx="0"/>
              <a:endCxn id="391" idx="2"/>
            </p:cNvCxnSpPr>
            <p:nvPr/>
          </p:nvCxnSpPr>
          <p:spPr>
            <a:xfrm rot="10800000">
              <a:off x="2913231" y="4579728"/>
              <a:ext cx="0" cy="245700"/>
            </a:xfrm>
            <a:prstGeom prst="straightConnector1">
              <a:avLst/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404" name="Google Shape;404;g31ed28cfa71_0_449"/>
            <p:cNvSpPr/>
            <p:nvPr/>
          </p:nvSpPr>
          <p:spPr>
            <a:xfrm>
              <a:off x="1850995" y="5358720"/>
              <a:ext cx="668700" cy="2211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Runc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1ed28cfa71_0_449"/>
            <p:cNvSpPr/>
            <p:nvPr/>
          </p:nvSpPr>
          <p:spPr>
            <a:xfrm>
              <a:off x="2641927" y="5358719"/>
              <a:ext cx="685800" cy="2220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Kata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1ed28cfa71_0_449"/>
            <p:cNvSpPr/>
            <p:nvPr/>
          </p:nvSpPr>
          <p:spPr>
            <a:xfrm>
              <a:off x="3424228" y="5358720"/>
              <a:ext cx="685800" cy="2226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Runv</a:t>
              </a:r>
              <a:endPara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" name="Google Shape;407;g31ed28cfa71_0_449"/>
            <p:cNvCxnSpPr/>
            <p:nvPr/>
          </p:nvCxnSpPr>
          <p:spPr>
            <a:xfrm>
              <a:off x="2683908" y="2130228"/>
              <a:ext cx="0" cy="554700"/>
            </a:xfrm>
            <a:prstGeom prst="straightConnector1">
              <a:avLst/>
            </a:prstGeom>
            <a:noFill/>
            <a:ln cap="flat" cmpd="sng" w="19050">
              <a:solidFill>
                <a:srgbClr val="4472C4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408" name="Google Shape;408;g31ed28cfa71_0_449"/>
            <p:cNvCxnSpPr>
              <a:stCxn id="393" idx="3"/>
              <a:endCxn id="395" idx="2"/>
            </p:cNvCxnSpPr>
            <p:nvPr/>
          </p:nvCxnSpPr>
          <p:spPr>
            <a:xfrm>
              <a:off x="3049373" y="2020080"/>
              <a:ext cx="764700" cy="900"/>
            </a:xfrm>
            <a:prstGeom prst="straightConnector1">
              <a:avLst/>
            </a:prstGeom>
            <a:noFill/>
            <a:ln cap="flat" cmpd="sng" w="15875">
              <a:solidFill>
                <a:srgbClr val="4472C4"/>
              </a:solidFill>
              <a:prstDash val="dot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409" name="Google Shape;409;g31ed28cfa71_0_449"/>
            <p:cNvCxnSpPr>
              <a:stCxn id="394" idx="4"/>
              <a:endCxn id="388" idx="1"/>
            </p:cNvCxnSpPr>
            <p:nvPr/>
          </p:nvCxnSpPr>
          <p:spPr>
            <a:xfrm>
              <a:off x="990982" y="3645767"/>
              <a:ext cx="353400" cy="6000"/>
            </a:xfrm>
            <a:prstGeom prst="straightConnector1">
              <a:avLst/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410" name="Google Shape;410;g31ed28cfa71_0_449"/>
            <p:cNvCxnSpPr/>
            <p:nvPr/>
          </p:nvCxnSpPr>
          <p:spPr>
            <a:xfrm>
              <a:off x="2484865" y="3924100"/>
              <a:ext cx="0" cy="337200"/>
            </a:xfrm>
            <a:prstGeom prst="straightConnector1">
              <a:avLst/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11" name="Google Shape;411;g31ed28cfa71_0_449"/>
            <p:cNvSpPr/>
            <p:nvPr/>
          </p:nvSpPr>
          <p:spPr>
            <a:xfrm>
              <a:off x="1608416" y="3602491"/>
              <a:ext cx="1033500" cy="2691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5B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Meta Server</a:t>
              </a:r>
              <a:endPara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1ed28cfa71_0_449"/>
            <p:cNvSpPr/>
            <p:nvPr/>
          </p:nvSpPr>
          <p:spPr>
            <a:xfrm>
              <a:off x="514765" y="4319722"/>
              <a:ext cx="976500" cy="228600"/>
            </a:xfrm>
            <a:prstGeom prst="rect">
              <a:avLst/>
            </a:prstGeom>
            <a:solidFill>
              <a:srgbClr val="15B0E8"/>
            </a:solidFill>
            <a:ln cap="flat" cmpd="sng" w="12700">
              <a:solidFill>
                <a:srgbClr val="15B0E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K8s Operator</a:t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3" name="Google Shape;413;g31ed28cfa71_0_449"/>
            <p:cNvCxnSpPr>
              <a:stCxn id="412" idx="0"/>
              <a:endCxn id="411" idx="2"/>
            </p:cNvCxnSpPr>
            <p:nvPr/>
          </p:nvCxnSpPr>
          <p:spPr>
            <a:xfrm rot="-5400000">
              <a:off x="1340065" y="3534472"/>
              <a:ext cx="448200" cy="1122300"/>
            </a:xfrm>
            <a:prstGeom prst="bentConnector3">
              <a:avLst>
                <a:gd fmla="val 49992" name="adj1"/>
              </a:avLst>
            </a:prstGeom>
            <a:noFill/>
            <a:ln cap="flat" cmpd="sng" w="15875">
              <a:solidFill>
                <a:srgbClr val="4472C4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pic>
        <p:nvPicPr>
          <p:cNvPr id="414" name="Google Shape;414;g31ed28cfa71_0_4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4393" y="1054813"/>
            <a:ext cx="3162695" cy="119114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1ed28cfa71_0_449"/>
          <p:cNvSpPr/>
          <p:nvPr/>
        </p:nvSpPr>
        <p:spPr>
          <a:xfrm>
            <a:off x="536949" y="4343545"/>
            <a:ext cx="5006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updates: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image pre-pull on the edge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Auto-Restarting for edge modules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more deployment fields override for edge applications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ed28cfa71_0_453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571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SIG Networking: Edgemesh, adaptive multi-edge/cloud-edge network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421" name="Google Shape;421;g31ed28cfa71_0_4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383506"/>
            <a:ext cx="4140518" cy="2893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1ed28cfa71_0_453"/>
          <p:cNvSpPr/>
          <p:nvPr/>
        </p:nvSpPr>
        <p:spPr>
          <a:xfrm>
            <a:off x="359569" y="1653540"/>
            <a:ext cx="41676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"Serverless" design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multi-edge and cloud-edge network Tunneling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edge local DNS resolution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of central DNS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service discovery and access experience</a:t>
            </a:r>
            <a:b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the edge and cloud.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 4 and Layer 7 traffic management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Multi-edge and cross-subnet communication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WIP: Supports standard istio for service governance.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1ed28cfa71_0_457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SIG Security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descr="Screenshot 2022-07-13 at 8.48.59 AM.png" id="428" name="Google Shape;428;g31ed28cfa71_0_4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130" y="1063084"/>
            <a:ext cx="3288322" cy="2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1ed28cfa71_0_457"/>
          <p:cNvSpPr/>
          <p:nvPr/>
        </p:nvSpPr>
        <p:spPr>
          <a:xfrm>
            <a:off x="650125" y="3587101"/>
            <a:ext cx="34440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First CNCF project reaching L3 of Supply Chain Levels for Software Artifacts (SLSA)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Source, Build and Common All reached L4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KubeEdge Full Audit Report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https://github.com/kubeedge/community/tree/master/sig-security/sig-security-audit/KubeEdge-security-audit-2022.pdf</a:t>
            </a:r>
            <a:endParaRPr b="0" i="0" sz="1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g31ed28cfa71_0_457"/>
          <p:cNvPicPr preferRelativeResize="0"/>
          <p:nvPr/>
        </p:nvPicPr>
        <p:blipFill rotWithShape="1">
          <a:blip r:embed="rId5">
            <a:alphaModFix/>
          </a:blip>
          <a:srcRect b="0" l="0" r="8424" t="0"/>
          <a:stretch/>
        </p:blipFill>
        <p:spPr>
          <a:xfrm>
            <a:off x="4903055" y="1058852"/>
            <a:ext cx="2754306" cy="158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1ed28cfa71_0_4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5858" y="4158386"/>
            <a:ext cx="665186" cy="6651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2" name="Google Shape;432;g31ed28cfa71_0_457"/>
          <p:cNvSpPr txBox="1"/>
          <p:nvPr/>
        </p:nvSpPr>
        <p:spPr>
          <a:xfrm>
            <a:off x="4876052" y="2727711"/>
            <a:ext cx="3751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first CNCF Project integrating with Fuzzing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https://www.cncf.io/blog/2022/06/28/improving-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security-by-fuzzing-the-cncf-landscape/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1ed28cfa71_0_457"/>
          <p:cNvSpPr/>
          <p:nvPr/>
        </p:nvSpPr>
        <p:spPr>
          <a:xfrm>
            <a:off x="4876051" y="3635476"/>
            <a:ext cx="3889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KubeEdge Threat Model And Security Protection Analysis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https://github.com/kubeedge/community/blob/master/sig-security/sig-security-audit/KubeEdge-threat-model-and-security-protection-analysis.md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g31ed28cfa71_0_4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42873" y="2995613"/>
            <a:ext cx="624840" cy="591503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g31ed28cfa71_0_457"/>
          <p:cNvSpPr txBox="1"/>
          <p:nvPr/>
        </p:nvSpPr>
        <p:spPr>
          <a:xfrm>
            <a:off x="4875848" y="4535805"/>
            <a:ext cx="3889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KubeEdge Security Policy and Vulnerability Management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https://github.com/kubeedge/community/blob/master/security-team/SECURITY.md</a:t>
            </a:r>
            <a:r>
              <a:rPr b="0" i="0" lang="en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ed28cfa71_0_1277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>
                <a:solidFill>
                  <a:schemeClr val="lt1"/>
                </a:solidFill>
              </a:rPr>
              <a:t>Edge AI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ed28cfa71_0_461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SIG AI: Sedna, Distributed AI collaboration Kit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descr="Architecture" id="446" name="Google Shape;446;g31ed28cfa71_0_4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85" y="1653540"/>
            <a:ext cx="4434841" cy="266128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1ed28cfa71_0_461"/>
          <p:cNvSpPr txBox="1"/>
          <p:nvPr/>
        </p:nvSpPr>
        <p:spPr>
          <a:xfrm>
            <a:off x="4991100" y="1167289"/>
            <a:ext cx="3979500" cy="35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framework fueled by edge-cloud synergy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and model management across the edge and cloud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and inference frameworks fueled by edge-cloud synergy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Joint inference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Incremental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Federated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Lifelong 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ecosystem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Compatible with mainstream AI frameworks: TensorFlow, PyTorch, Paddle, MindSpore, etc.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1" marL="330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extended interfaces for developers to quickly integrate third-party algorithms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ed28cfa71_0_465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Cloud-Edge Collaboration Lifelong Learning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453" name="Google Shape;453;g31ed28cfa71_0_465"/>
          <p:cNvSpPr/>
          <p:nvPr/>
        </p:nvSpPr>
        <p:spPr>
          <a:xfrm>
            <a:off x="5367393" y="3110155"/>
            <a:ext cx="996600" cy="11466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1ed28cfa71_0_465"/>
          <p:cNvSpPr/>
          <p:nvPr/>
        </p:nvSpPr>
        <p:spPr>
          <a:xfrm>
            <a:off x="808757" y="1031327"/>
            <a:ext cx="5436600" cy="16584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1ed28cfa71_0_465"/>
          <p:cNvSpPr txBox="1"/>
          <p:nvPr/>
        </p:nvSpPr>
        <p:spPr>
          <a:xfrm>
            <a:off x="112413" y="3427890"/>
            <a:ext cx="69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g31ed28cfa71_0_465"/>
          <p:cNvSpPr txBox="1"/>
          <p:nvPr/>
        </p:nvSpPr>
        <p:spPr>
          <a:xfrm>
            <a:off x="128780" y="1521710"/>
            <a:ext cx="742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g31ed28cfa71_0_465"/>
          <p:cNvSpPr/>
          <p:nvPr/>
        </p:nvSpPr>
        <p:spPr>
          <a:xfrm>
            <a:off x="7292729" y="3838364"/>
            <a:ext cx="914400" cy="6060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g31ed28cfa71_0_465"/>
          <p:cNvSpPr txBox="1"/>
          <p:nvPr/>
        </p:nvSpPr>
        <p:spPr>
          <a:xfrm>
            <a:off x="7578088" y="3945260"/>
            <a:ext cx="629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Model</a:t>
            </a:r>
            <a:endParaRPr b="1" i="0" sz="8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g31ed28cfa71_0_465"/>
          <p:cNvSpPr/>
          <p:nvPr/>
        </p:nvSpPr>
        <p:spPr>
          <a:xfrm>
            <a:off x="7453874" y="4274985"/>
            <a:ext cx="72000" cy="843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g31ed28cfa71_0_465"/>
          <p:cNvSpPr/>
          <p:nvPr/>
        </p:nvSpPr>
        <p:spPr>
          <a:xfrm>
            <a:off x="7395922" y="4215838"/>
            <a:ext cx="63300" cy="63300"/>
          </a:xfrm>
          <a:prstGeom prst="rect">
            <a:avLst/>
          </a:prstGeom>
          <a:solidFill>
            <a:srgbClr val="EA002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1ed28cfa71_0_465"/>
          <p:cNvSpPr/>
          <p:nvPr/>
        </p:nvSpPr>
        <p:spPr>
          <a:xfrm>
            <a:off x="7504663" y="4204493"/>
            <a:ext cx="77700" cy="666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1ed28cfa71_0_465"/>
          <p:cNvSpPr txBox="1"/>
          <p:nvPr/>
        </p:nvSpPr>
        <p:spPr>
          <a:xfrm>
            <a:off x="7587140" y="4196616"/>
            <a:ext cx="73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Sample</a:t>
            </a:r>
            <a:endParaRPr b="1" i="0" sz="800" u="none" cap="none" strike="noStrik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3" name="Google Shape;463;g31ed28cfa71_0_465"/>
          <p:cNvGrpSpPr/>
          <p:nvPr/>
        </p:nvGrpSpPr>
        <p:grpSpPr>
          <a:xfrm>
            <a:off x="7400071" y="3938195"/>
            <a:ext cx="172004" cy="169291"/>
            <a:chOff x="8218488" y="2028825"/>
            <a:chExt cx="622301" cy="635001"/>
          </a:xfrm>
        </p:grpSpPr>
        <p:sp>
          <p:nvSpPr>
            <p:cNvPr id="464" name="Google Shape;464;g31ed28cfa71_0_465"/>
            <p:cNvSpPr/>
            <p:nvPr/>
          </p:nvSpPr>
          <p:spPr>
            <a:xfrm>
              <a:off x="8218488" y="2028825"/>
              <a:ext cx="622301" cy="635001"/>
            </a:xfrm>
            <a:custGeom>
              <a:rect b="b" l="l" r="r" t="t"/>
              <a:pathLst>
                <a:path extrusionOk="0" h="1457" w="1429">
                  <a:moveTo>
                    <a:pt x="1429" y="714"/>
                  </a:moveTo>
                  <a:lnTo>
                    <a:pt x="1429" y="714"/>
                  </a:lnTo>
                  <a:cubicBezTo>
                    <a:pt x="1429" y="320"/>
                    <a:pt x="1109" y="0"/>
                    <a:pt x="715" y="0"/>
                  </a:cubicBezTo>
                  <a:cubicBezTo>
                    <a:pt x="320" y="0"/>
                    <a:pt x="0" y="320"/>
                    <a:pt x="0" y="714"/>
                  </a:cubicBezTo>
                  <a:cubicBezTo>
                    <a:pt x="0" y="1043"/>
                    <a:pt x="229" y="1330"/>
                    <a:pt x="543" y="1408"/>
                  </a:cubicBezTo>
                  <a:cubicBezTo>
                    <a:pt x="551" y="1436"/>
                    <a:pt x="577" y="1457"/>
                    <a:pt x="609" y="1457"/>
                  </a:cubicBezTo>
                  <a:cubicBezTo>
                    <a:pt x="647" y="1457"/>
                    <a:pt x="678" y="1426"/>
                    <a:pt x="678" y="1388"/>
                  </a:cubicBezTo>
                  <a:cubicBezTo>
                    <a:pt x="678" y="1350"/>
                    <a:pt x="647" y="1319"/>
                    <a:pt x="609" y="1319"/>
                  </a:cubicBezTo>
                  <a:cubicBezTo>
                    <a:pt x="588" y="1319"/>
                    <a:pt x="570" y="1328"/>
                    <a:pt x="557" y="1343"/>
                  </a:cubicBezTo>
                  <a:cubicBezTo>
                    <a:pt x="273" y="1271"/>
                    <a:pt x="66" y="1011"/>
                    <a:pt x="66" y="714"/>
                  </a:cubicBezTo>
                  <a:cubicBezTo>
                    <a:pt x="66" y="357"/>
                    <a:pt x="357" y="66"/>
                    <a:pt x="715" y="66"/>
                  </a:cubicBezTo>
                  <a:cubicBezTo>
                    <a:pt x="1072" y="66"/>
                    <a:pt x="1363" y="357"/>
                    <a:pt x="1363" y="714"/>
                  </a:cubicBezTo>
                  <a:cubicBezTo>
                    <a:pt x="1363" y="1010"/>
                    <a:pt x="1157" y="1270"/>
                    <a:pt x="875" y="1342"/>
                  </a:cubicBezTo>
                  <a:cubicBezTo>
                    <a:pt x="862" y="1327"/>
                    <a:pt x="844" y="1318"/>
                    <a:pt x="823" y="1318"/>
                  </a:cubicBezTo>
                  <a:cubicBezTo>
                    <a:pt x="784" y="1318"/>
                    <a:pt x="753" y="1349"/>
                    <a:pt x="753" y="1387"/>
                  </a:cubicBezTo>
                  <a:cubicBezTo>
                    <a:pt x="753" y="1425"/>
                    <a:pt x="784" y="1457"/>
                    <a:pt x="823" y="1457"/>
                  </a:cubicBezTo>
                  <a:cubicBezTo>
                    <a:pt x="854" y="1457"/>
                    <a:pt x="881" y="1436"/>
                    <a:pt x="889" y="1407"/>
                  </a:cubicBezTo>
                  <a:cubicBezTo>
                    <a:pt x="1201" y="1328"/>
                    <a:pt x="1429" y="1042"/>
                    <a:pt x="1429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g31ed28cfa71_0_465"/>
            <p:cNvSpPr/>
            <p:nvPr/>
          </p:nvSpPr>
          <p:spPr>
            <a:xfrm>
              <a:off x="8315325" y="2127250"/>
              <a:ext cx="447676" cy="390526"/>
            </a:xfrm>
            <a:custGeom>
              <a:rect b="b" l="l" r="r" t="t"/>
              <a:pathLst>
                <a:path extrusionOk="0" h="894" w="1028">
                  <a:moveTo>
                    <a:pt x="630" y="457"/>
                  </a:moveTo>
                  <a:lnTo>
                    <a:pt x="630" y="457"/>
                  </a:lnTo>
                  <a:cubicBezTo>
                    <a:pt x="630" y="530"/>
                    <a:pt x="573" y="589"/>
                    <a:pt x="502" y="589"/>
                  </a:cubicBezTo>
                  <a:cubicBezTo>
                    <a:pt x="431" y="589"/>
                    <a:pt x="374" y="530"/>
                    <a:pt x="374" y="457"/>
                  </a:cubicBezTo>
                  <a:cubicBezTo>
                    <a:pt x="374" y="384"/>
                    <a:pt x="431" y="325"/>
                    <a:pt x="502" y="325"/>
                  </a:cubicBezTo>
                  <a:cubicBezTo>
                    <a:pt x="573" y="325"/>
                    <a:pt x="630" y="384"/>
                    <a:pt x="630" y="457"/>
                  </a:cubicBezTo>
                  <a:close/>
                  <a:moveTo>
                    <a:pt x="126" y="785"/>
                  </a:moveTo>
                  <a:lnTo>
                    <a:pt x="126" y="785"/>
                  </a:lnTo>
                  <a:cubicBezTo>
                    <a:pt x="93" y="785"/>
                    <a:pt x="67" y="758"/>
                    <a:pt x="67" y="725"/>
                  </a:cubicBezTo>
                  <a:cubicBezTo>
                    <a:pt x="67" y="693"/>
                    <a:pt x="93" y="666"/>
                    <a:pt x="126" y="666"/>
                  </a:cubicBezTo>
                  <a:cubicBezTo>
                    <a:pt x="159" y="666"/>
                    <a:pt x="185" y="693"/>
                    <a:pt x="185" y="725"/>
                  </a:cubicBezTo>
                  <a:cubicBezTo>
                    <a:pt x="185" y="758"/>
                    <a:pt x="159" y="785"/>
                    <a:pt x="126" y="785"/>
                  </a:cubicBezTo>
                  <a:close/>
                  <a:moveTo>
                    <a:pt x="749" y="67"/>
                  </a:moveTo>
                  <a:lnTo>
                    <a:pt x="749" y="67"/>
                  </a:lnTo>
                  <a:cubicBezTo>
                    <a:pt x="785" y="67"/>
                    <a:pt x="814" y="96"/>
                    <a:pt x="814" y="131"/>
                  </a:cubicBezTo>
                  <a:cubicBezTo>
                    <a:pt x="814" y="167"/>
                    <a:pt x="785" y="196"/>
                    <a:pt x="749" y="196"/>
                  </a:cubicBezTo>
                  <a:cubicBezTo>
                    <a:pt x="714" y="196"/>
                    <a:pt x="685" y="167"/>
                    <a:pt x="685" y="131"/>
                  </a:cubicBezTo>
                  <a:cubicBezTo>
                    <a:pt x="685" y="96"/>
                    <a:pt x="714" y="67"/>
                    <a:pt x="749" y="67"/>
                  </a:cubicBezTo>
                  <a:close/>
                  <a:moveTo>
                    <a:pt x="502" y="655"/>
                  </a:moveTo>
                  <a:lnTo>
                    <a:pt x="502" y="655"/>
                  </a:lnTo>
                  <a:cubicBezTo>
                    <a:pt x="523" y="655"/>
                    <a:pt x="544" y="652"/>
                    <a:pt x="563" y="645"/>
                  </a:cubicBezTo>
                  <a:lnTo>
                    <a:pt x="624" y="764"/>
                  </a:lnTo>
                  <a:cubicBezTo>
                    <a:pt x="610" y="778"/>
                    <a:pt x="602" y="797"/>
                    <a:pt x="602" y="818"/>
                  </a:cubicBezTo>
                  <a:cubicBezTo>
                    <a:pt x="602" y="860"/>
                    <a:pt x="636" y="894"/>
                    <a:pt x="678" y="894"/>
                  </a:cubicBezTo>
                  <a:cubicBezTo>
                    <a:pt x="720" y="894"/>
                    <a:pt x="754" y="860"/>
                    <a:pt x="754" y="818"/>
                  </a:cubicBezTo>
                  <a:cubicBezTo>
                    <a:pt x="754" y="776"/>
                    <a:pt x="720" y="742"/>
                    <a:pt x="678" y="742"/>
                  </a:cubicBezTo>
                  <a:cubicBezTo>
                    <a:pt x="671" y="742"/>
                    <a:pt x="665" y="743"/>
                    <a:pt x="659" y="745"/>
                  </a:cubicBezTo>
                  <a:lnTo>
                    <a:pt x="599" y="629"/>
                  </a:lnTo>
                  <a:cubicBezTo>
                    <a:pt x="636" y="607"/>
                    <a:pt x="666" y="573"/>
                    <a:pt x="682" y="532"/>
                  </a:cubicBezTo>
                  <a:lnTo>
                    <a:pt x="831" y="545"/>
                  </a:lnTo>
                  <a:cubicBezTo>
                    <a:pt x="837" y="593"/>
                    <a:pt x="879" y="631"/>
                    <a:pt x="929" y="631"/>
                  </a:cubicBezTo>
                  <a:cubicBezTo>
                    <a:pt x="983" y="631"/>
                    <a:pt x="1028" y="587"/>
                    <a:pt x="1028" y="533"/>
                  </a:cubicBezTo>
                  <a:cubicBezTo>
                    <a:pt x="1028" y="478"/>
                    <a:pt x="983" y="434"/>
                    <a:pt x="929" y="434"/>
                  </a:cubicBezTo>
                  <a:cubicBezTo>
                    <a:pt x="884" y="434"/>
                    <a:pt x="847" y="464"/>
                    <a:pt x="835" y="505"/>
                  </a:cubicBezTo>
                  <a:lnTo>
                    <a:pt x="693" y="493"/>
                  </a:lnTo>
                  <a:cubicBezTo>
                    <a:pt x="695" y="481"/>
                    <a:pt x="697" y="469"/>
                    <a:pt x="697" y="457"/>
                  </a:cubicBezTo>
                  <a:cubicBezTo>
                    <a:pt x="697" y="396"/>
                    <a:pt x="670" y="342"/>
                    <a:pt x="627" y="305"/>
                  </a:cubicBezTo>
                  <a:lnTo>
                    <a:pt x="678" y="241"/>
                  </a:lnTo>
                  <a:cubicBezTo>
                    <a:pt x="699" y="255"/>
                    <a:pt x="723" y="263"/>
                    <a:pt x="749" y="263"/>
                  </a:cubicBezTo>
                  <a:cubicBezTo>
                    <a:pt x="822" y="263"/>
                    <a:pt x="881" y="204"/>
                    <a:pt x="881" y="131"/>
                  </a:cubicBezTo>
                  <a:cubicBezTo>
                    <a:pt x="881" y="59"/>
                    <a:pt x="822" y="0"/>
                    <a:pt x="749" y="0"/>
                  </a:cubicBezTo>
                  <a:cubicBezTo>
                    <a:pt x="677" y="0"/>
                    <a:pt x="618" y="59"/>
                    <a:pt x="618" y="131"/>
                  </a:cubicBezTo>
                  <a:cubicBezTo>
                    <a:pt x="618" y="163"/>
                    <a:pt x="629" y="192"/>
                    <a:pt x="648" y="215"/>
                  </a:cubicBezTo>
                  <a:lnTo>
                    <a:pt x="594" y="282"/>
                  </a:lnTo>
                  <a:cubicBezTo>
                    <a:pt x="567" y="267"/>
                    <a:pt x="535" y="258"/>
                    <a:pt x="502" y="258"/>
                  </a:cubicBezTo>
                  <a:cubicBezTo>
                    <a:pt x="459" y="258"/>
                    <a:pt x="419" y="273"/>
                    <a:pt x="387" y="297"/>
                  </a:cubicBezTo>
                  <a:lnTo>
                    <a:pt x="290" y="184"/>
                  </a:lnTo>
                  <a:cubicBezTo>
                    <a:pt x="301" y="170"/>
                    <a:pt x="308" y="153"/>
                    <a:pt x="308" y="134"/>
                  </a:cubicBezTo>
                  <a:cubicBezTo>
                    <a:pt x="308" y="91"/>
                    <a:pt x="274" y="57"/>
                    <a:pt x="231" y="57"/>
                  </a:cubicBezTo>
                  <a:cubicBezTo>
                    <a:pt x="189" y="57"/>
                    <a:pt x="154" y="91"/>
                    <a:pt x="154" y="134"/>
                  </a:cubicBezTo>
                  <a:cubicBezTo>
                    <a:pt x="154" y="176"/>
                    <a:pt x="189" y="211"/>
                    <a:pt x="231" y="211"/>
                  </a:cubicBezTo>
                  <a:cubicBezTo>
                    <a:pt x="240" y="211"/>
                    <a:pt x="249" y="209"/>
                    <a:pt x="257" y="206"/>
                  </a:cubicBezTo>
                  <a:lnTo>
                    <a:pt x="357" y="324"/>
                  </a:lnTo>
                  <a:cubicBezTo>
                    <a:pt x="326" y="359"/>
                    <a:pt x="307" y="406"/>
                    <a:pt x="307" y="457"/>
                  </a:cubicBezTo>
                  <a:cubicBezTo>
                    <a:pt x="307" y="498"/>
                    <a:pt x="320" y="536"/>
                    <a:pt x="341" y="568"/>
                  </a:cubicBezTo>
                  <a:lnTo>
                    <a:pt x="219" y="641"/>
                  </a:lnTo>
                  <a:cubicBezTo>
                    <a:pt x="196" y="615"/>
                    <a:pt x="163" y="599"/>
                    <a:pt x="126" y="599"/>
                  </a:cubicBezTo>
                  <a:cubicBezTo>
                    <a:pt x="57" y="599"/>
                    <a:pt x="0" y="656"/>
                    <a:pt x="0" y="725"/>
                  </a:cubicBezTo>
                  <a:cubicBezTo>
                    <a:pt x="0" y="795"/>
                    <a:pt x="57" y="851"/>
                    <a:pt x="126" y="851"/>
                  </a:cubicBezTo>
                  <a:cubicBezTo>
                    <a:pt x="196" y="851"/>
                    <a:pt x="252" y="795"/>
                    <a:pt x="252" y="725"/>
                  </a:cubicBezTo>
                  <a:cubicBezTo>
                    <a:pt x="252" y="707"/>
                    <a:pt x="248" y="690"/>
                    <a:pt x="241" y="674"/>
                  </a:cubicBezTo>
                  <a:lnTo>
                    <a:pt x="366" y="599"/>
                  </a:lnTo>
                  <a:cubicBezTo>
                    <a:pt x="401" y="634"/>
                    <a:pt x="449" y="655"/>
                    <a:pt x="502" y="6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6" name="Google Shape;466;g31ed28cfa71_0_465"/>
          <p:cNvSpPr/>
          <p:nvPr/>
        </p:nvSpPr>
        <p:spPr>
          <a:xfrm>
            <a:off x="4263131" y="3110155"/>
            <a:ext cx="996600" cy="11466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1ed28cfa71_0_465"/>
          <p:cNvSpPr/>
          <p:nvPr/>
        </p:nvSpPr>
        <p:spPr>
          <a:xfrm>
            <a:off x="3034132" y="3110155"/>
            <a:ext cx="987000" cy="11400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1ed28cfa71_0_465"/>
          <p:cNvSpPr/>
          <p:nvPr/>
        </p:nvSpPr>
        <p:spPr>
          <a:xfrm>
            <a:off x="1826487" y="3113051"/>
            <a:ext cx="1017600" cy="11436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1ed28cfa71_0_465"/>
          <p:cNvSpPr/>
          <p:nvPr/>
        </p:nvSpPr>
        <p:spPr>
          <a:xfrm>
            <a:off x="739374" y="3088346"/>
            <a:ext cx="1025100" cy="11391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g31ed28cfa71_0_465"/>
          <p:cNvCxnSpPr/>
          <p:nvPr/>
        </p:nvCxnSpPr>
        <p:spPr>
          <a:xfrm flipH="1">
            <a:off x="2931427" y="3665750"/>
            <a:ext cx="1500" cy="85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471" name="Google Shape;471;g31ed28cfa71_0_465"/>
          <p:cNvGrpSpPr/>
          <p:nvPr/>
        </p:nvGrpSpPr>
        <p:grpSpPr>
          <a:xfrm>
            <a:off x="1037553" y="1931417"/>
            <a:ext cx="400948" cy="347091"/>
            <a:chOff x="8218488" y="2028825"/>
            <a:chExt cx="622301" cy="635001"/>
          </a:xfrm>
        </p:grpSpPr>
        <p:sp>
          <p:nvSpPr>
            <p:cNvPr id="472" name="Google Shape;472;g31ed28cfa71_0_465"/>
            <p:cNvSpPr/>
            <p:nvPr/>
          </p:nvSpPr>
          <p:spPr>
            <a:xfrm>
              <a:off x="8218488" y="2028825"/>
              <a:ext cx="622301" cy="635001"/>
            </a:xfrm>
            <a:custGeom>
              <a:rect b="b" l="l" r="r" t="t"/>
              <a:pathLst>
                <a:path extrusionOk="0" h="1457" w="1429">
                  <a:moveTo>
                    <a:pt x="1429" y="714"/>
                  </a:moveTo>
                  <a:lnTo>
                    <a:pt x="1429" y="714"/>
                  </a:lnTo>
                  <a:cubicBezTo>
                    <a:pt x="1429" y="320"/>
                    <a:pt x="1109" y="0"/>
                    <a:pt x="715" y="0"/>
                  </a:cubicBezTo>
                  <a:cubicBezTo>
                    <a:pt x="320" y="0"/>
                    <a:pt x="0" y="320"/>
                    <a:pt x="0" y="714"/>
                  </a:cubicBezTo>
                  <a:cubicBezTo>
                    <a:pt x="0" y="1043"/>
                    <a:pt x="229" y="1330"/>
                    <a:pt x="543" y="1408"/>
                  </a:cubicBezTo>
                  <a:cubicBezTo>
                    <a:pt x="551" y="1436"/>
                    <a:pt x="577" y="1457"/>
                    <a:pt x="609" y="1457"/>
                  </a:cubicBezTo>
                  <a:cubicBezTo>
                    <a:pt x="647" y="1457"/>
                    <a:pt x="678" y="1426"/>
                    <a:pt x="678" y="1388"/>
                  </a:cubicBezTo>
                  <a:cubicBezTo>
                    <a:pt x="678" y="1350"/>
                    <a:pt x="647" y="1319"/>
                    <a:pt x="609" y="1319"/>
                  </a:cubicBezTo>
                  <a:cubicBezTo>
                    <a:pt x="588" y="1319"/>
                    <a:pt x="570" y="1328"/>
                    <a:pt x="557" y="1343"/>
                  </a:cubicBezTo>
                  <a:cubicBezTo>
                    <a:pt x="273" y="1271"/>
                    <a:pt x="66" y="1011"/>
                    <a:pt x="66" y="714"/>
                  </a:cubicBezTo>
                  <a:cubicBezTo>
                    <a:pt x="66" y="357"/>
                    <a:pt x="357" y="66"/>
                    <a:pt x="715" y="66"/>
                  </a:cubicBezTo>
                  <a:cubicBezTo>
                    <a:pt x="1072" y="66"/>
                    <a:pt x="1363" y="357"/>
                    <a:pt x="1363" y="714"/>
                  </a:cubicBezTo>
                  <a:cubicBezTo>
                    <a:pt x="1363" y="1010"/>
                    <a:pt x="1157" y="1270"/>
                    <a:pt x="875" y="1342"/>
                  </a:cubicBezTo>
                  <a:cubicBezTo>
                    <a:pt x="862" y="1327"/>
                    <a:pt x="844" y="1318"/>
                    <a:pt x="823" y="1318"/>
                  </a:cubicBezTo>
                  <a:cubicBezTo>
                    <a:pt x="784" y="1318"/>
                    <a:pt x="753" y="1349"/>
                    <a:pt x="753" y="1387"/>
                  </a:cubicBezTo>
                  <a:cubicBezTo>
                    <a:pt x="753" y="1425"/>
                    <a:pt x="784" y="1457"/>
                    <a:pt x="823" y="1457"/>
                  </a:cubicBezTo>
                  <a:cubicBezTo>
                    <a:pt x="854" y="1457"/>
                    <a:pt x="881" y="1436"/>
                    <a:pt x="889" y="1407"/>
                  </a:cubicBezTo>
                  <a:cubicBezTo>
                    <a:pt x="1201" y="1328"/>
                    <a:pt x="1429" y="1042"/>
                    <a:pt x="1429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27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3" name="Google Shape;473;g31ed28cfa71_0_465"/>
            <p:cNvSpPr/>
            <p:nvPr/>
          </p:nvSpPr>
          <p:spPr>
            <a:xfrm>
              <a:off x="8315325" y="2127250"/>
              <a:ext cx="447676" cy="390526"/>
            </a:xfrm>
            <a:custGeom>
              <a:rect b="b" l="l" r="r" t="t"/>
              <a:pathLst>
                <a:path extrusionOk="0" h="894" w="1028">
                  <a:moveTo>
                    <a:pt x="630" y="457"/>
                  </a:moveTo>
                  <a:lnTo>
                    <a:pt x="630" y="457"/>
                  </a:lnTo>
                  <a:cubicBezTo>
                    <a:pt x="630" y="530"/>
                    <a:pt x="573" y="589"/>
                    <a:pt x="502" y="589"/>
                  </a:cubicBezTo>
                  <a:cubicBezTo>
                    <a:pt x="431" y="589"/>
                    <a:pt x="374" y="530"/>
                    <a:pt x="374" y="457"/>
                  </a:cubicBezTo>
                  <a:cubicBezTo>
                    <a:pt x="374" y="384"/>
                    <a:pt x="431" y="325"/>
                    <a:pt x="502" y="325"/>
                  </a:cubicBezTo>
                  <a:cubicBezTo>
                    <a:pt x="573" y="325"/>
                    <a:pt x="630" y="384"/>
                    <a:pt x="630" y="457"/>
                  </a:cubicBezTo>
                  <a:close/>
                  <a:moveTo>
                    <a:pt x="126" y="785"/>
                  </a:moveTo>
                  <a:lnTo>
                    <a:pt x="126" y="785"/>
                  </a:lnTo>
                  <a:cubicBezTo>
                    <a:pt x="93" y="785"/>
                    <a:pt x="67" y="758"/>
                    <a:pt x="67" y="725"/>
                  </a:cubicBezTo>
                  <a:cubicBezTo>
                    <a:pt x="67" y="693"/>
                    <a:pt x="93" y="666"/>
                    <a:pt x="126" y="666"/>
                  </a:cubicBezTo>
                  <a:cubicBezTo>
                    <a:pt x="159" y="666"/>
                    <a:pt x="185" y="693"/>
                    <a:pt x="185" y="725"/>
                  </a:cubicBezTo>
                  <a:cubicBezTo>
                    <a:pt x="185" y="758"/>
                    <a:pt x="159" y="785"/>
                    <a:pt x="126" y="785"/>
                  </a:cubicBezTo>
                  <a:close/>
                  <a:moveTo>
                    <a:pt x="749" y="67"/>
                  </a:moveTo>
                  <a:lnTo>
                    <a:pt x="749" y="67"/>
                  </a:lnTo>
                  <a:cubicBezTo>
                    <a:pt x="785" y="67"/>
                    <a:pt x="814" y="96"/>
                    <a:pt x="814" y="131"/>
                  </a:cubicBezTo>
                  <a:cubicBezTo>
                    <a:pt x="814" y="167"/>
                    <a:pt x="785" y="196"/>
                    <a:pt x="749" y="196"/>
                  </a:cubicBezTo>
                  <a:cubicBezTo>
                    <a:pt x="714" y="196"/>
                    <a:pt x="685" y="167"/>
                    <a:pt x="685" y="131"/>
                  </a:cubicBezTo>
                  <a:cubicBezTo>
                    <a:pt x="685" y="96"/>
                    <a:pt x="714" y="67"/>
                    <a:pt x="749" y="67"/>
                  </a:cubicBezTo>
                  <a:close/>
                  <a:moveTo>
                    <a:pt x="502" y="655"/>
                  </a:moveTo>
                  <a:lnTo>
                    <a:pt x="502" y="655"/>
                  </a:lnTo>
                  <a:cubicBezTo>
                    <a:pt x="523" y="655"/>
                    <a:pt x="544" y="652"/>
                    <a:pt x="563" y="645"/>
                  </a:cubicBezTo>
                  <a:lnTo>
                    <a:pt x="624" y="764"/>
                  </a:lnTo>
                  <a:cubicBezTo>
                    <a:pt x="610" y="778"/>
                    <a:pt x="602" y="797"/>
                    <a:pt x="602" y="818"/>
                  </a:cubicBezTo>
                  <a:cubicBezTo>
                    <a:pt x="602" y="860"/>
                    <a:pt x="636" y="894"/>
                    <a:pt x="678" y="894"/>
                  </a:cubicBezTo>
                  <a:cubicBezTo>
                    <a:pt x="720" y="894"/>
                    <a:pt x="754" y="860"/>
                    <a:pt x="754" y="818"/>
                  </a:cubicBezTo>
                  <a:cubicBezTo>
                    <a:pt x="754" y="776"/>
                    <a:pt x="720" y="742"/>
                    <a:pt x="678" y="742"/>
                  </a:cubicBezTo>
                  <a:cubicBezTo>
                    <a:pt x="671" y="742"/>
                    <a:pt x="665" y="743"/>
                    <a:pt x="659" y="745"/>
                  </a:cubicBezTo>
                  <a:lnTo>
                    <a:pt x="599" y="629"/>
                  </a:lnTo>
                  <a:cubicBezTo>
                    <a:pt x="636" y="607"/>
                    <a:pt x="666" y="573"/>
                    <a:pt x="682" y="532"/>
                  </a:cubicBezTo>
                  <a:lnTo>
                    <a:pt x="831" y="545"/>
                  </a:lnTo>
                  <a:cubicBezTo>
                    <a:pt x="837" y="593"/>
                    <a:pt x="879" y="631"/>
                    <a:pt x="929" y="631"/>
                  </a:cubicBezTo>
                  <a:cubicBezTo>
                    <a:pt x="983" y="631"/>
                    <a:pt x="1028" y="587"/>
                    <a:pt x="1028" y="533"/>
                  </a:cubicBezTo>
                  <a:cubicBezTo>
                    <a:pt x="1028" y="478"/>
                    <a:pt x="983" y="434"/>
                    <a:pt x="929" y="434"/>
                  </a:cubicBezTo>
                  <a:cubicBezTo>
                    <a:pt x="884" y="434"/>
                    <a:pt x="847" y="464"/>
                    <a:pt x="835" y="505"/>
                  </a:cubicBezTo>
                  <a:lnTo>
                    <a:pt x="693" y="493"/>
                  </a:lnTo>
                  <a:cubicBezTo>
                    <a:pt x="695" y="481"/>
                    <a:pt x="697" y="469"/>
                    <a:pt x="697" y="457"/>
                  </a:cubicBezTo>
                  <a:cubicBezTo>
                    <a:pt x="697" y="396"/>
                    <a:pt x="670" y="342"/>
                    <a:pt x="627" y="305"/>
                  </a:cubicBezTo>
                  <a:lnTo>
                    <a:pt x="678" y="241"/>
                  </a:lnTo>
                  <a:cubicBezTo>
                    <a:pt x="699" y="255"/>
                    <a:pt x="723" y="263"/>
                    <a:pt x="749" y="263"/>
                  </a:cubicBezTo>
                  <a:cubicBezTo>
                    <a:pt x="822" y="263"/>
                    <a:pt x="881" y="204"/>
                    <a:pt x="881" y="131"/>
                  </a:cubicBezTo>
                  <a:cubicBezTo>
                    <a:pt x="881" y="59"/>
                    <a:pt x="822" y="0"/>
                    <a:pt x="749" y="0"/>
                  </a:cubicBezTo>
                  <a:cubicBezTo>
                    <a:pt x="677" y="0"/>
                    <a:pt x="618" y="59"/>
                    <a:pt x="618" y="131"/>
                  </a:cubicBezTo>
                  <a:cubicBezTo>
                    <a:pt x="618" y="163"/>
                    <a:pt x="629" y="192"/>
                    <a:pt x="648" y="215"/>
                  </a:cubicBezTo>
                  <a:lnTo>
                    <a:pt x="594" y="282"/>
                  </a:lnTo>
                  <a:cubicBezTo>
                    <a:pt x="567" y="267"/>
                    <a:pt x="535" y="258"/>
                    <a:pt x="502" y="258"/>
                  </a:cubicBezTo>
                  <a:cubicBezTo>
                    <a:pt x="459" y="258"/>
                    <a:pt x="419" y="273"/>
                    <a:pt x="387" y="297"/>
                  </a:cubicBezTo>
                  <a:lnTo>
                    <a:pt x="290" y="184"/>
                  </a:lnTo>
                  <a:cubicBezTo>
                    <a:pt x="301" y="170"/>
                    <a:pt x="308" y="153"/>
                    <a:pt x="308" y="134"/>
                  </a:cubicBezTo>
                  <a:cubicBezTo>
                    <a:pt x="308" y="91"/>
                    <a:pt x="274" y="57"/>
                    <a:pt x="231" y="57"/>
                  </a:cubicBezTo>
                  <a:cubicBezTo>
                    <a:pt x="189" y="57"/>
                    <a:pt x="154" y="91"/>
                    <a:pt x="154" y="134"/>
                  </a:cubicBezTo>
                  <a:cubicBezTo>
                    <a:pt x="154" y="176"/>
                    <a:pt x="189" y="211"/>
                    <a:pt x="231" y="211"/>
                  </a:cubicBezTo>
                  <a:cubicBezTo>
                    <a:pt x="240" y="211"/>
                    <a:pt x="249" y="209"/>
                    <a:pt x="257" y="206"/>
                  </a:cubicBezTo>
                  <a:lnTo>
                    <a:pt x="357" y="324"/>
                  </a:lnTo>
                  <a:cubicBezTo>
                    <a:pt x="326" y="359"/>
                    <a:pt x="307" y="406"/>
                    <a:pt x="307" y="457"/>
                  </a:cubicBezTo>
                  <a:cubicBezTo>
                    <a:pt x="307" y="498"/>
                    <a:pt x="320" y="536"/>
                    <a:pt x="341" y="568"/>
                  </a:cubicBezTo>
                  <a:lnTo>
                    <a:pt x="219" y="641"/>
                  </a:lnTo>
                  <a:cubicBezTo>
                    <a:pt x="196" y="615"/>
                    <a:pt x="163" y="599"/>
                    <a:pt x="126" y="599"/>
                  </a:cubicBezTo>
                  <a:cubicBezTo>
                    <a:pt x="57" y="599"/>
                    <a:pt x="0" y="656"/>
                    <a:pt x="0" y="725"/>
                  </a:cubicBezTo>
                  <a:cubicBezTo>
                    <a:pt x="0" y="795"/>
                    <a:pt x="57" y="851"/>
                    <a:pt x="126" y="851"/>
                  </a:cubicBezTo>
                  <a:cubicBezTo>
                    <a:pt x="196" y="851"/>
                    <a:pt x="252" y="795"/>
                    <a:pt x="252" y="725"/>
                  </a:cubicBezTo>
                  <a:cubicBezTo>
                    <a:pt x="252" y="707"/>
                    <a:pt x="248" y="690"/>
                    <a:pt x="241" y="674"/>
                  </a:cubicBezTo>
                  <a:lnTo>
                    <a:pt x="366" y="599"/>
                  </a:lnTo>
                  <a:cubicBezTo>
                    <a:pt x="401" y="634"/>
                    <a:pt x="449" y="655"/>
                    <a:pt x="502" y="6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2700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4" name="Google Shape;474;g31ed28cfa71_0_465"/>
          <p:cNvGrpSpPr/>
          <p:nvPr/>
        </p:nvGrpSpPr>
        <p:grpSpPr>
          <a:xfrm>
            <a:off x="2390140" y="1920445"/>
            <a:ext cx="400948" cy="347091"/>
            <a:chOff x="8218488" y="2028825"/>
            <a:chExt cx="622301" cy="635001"/>
          </a:xfrm>
        </p:grpSpPr>
        <p:sp>
          <p:nvSpPr>
            <p:cNvPr id="475" name="Google Shape;475;g31ed28cfa71_0_465"/>
            <p:cNvSpPr/>
            <p:nvPr/>
          </p:nvSpPr>
          <p:spPr>
            <a:xfrm>
              <a:off x="8218488" y="2028825"/>
              <a:ext cx="622301" cy="635001"/>
            </a:xfrm>
            <a:custGeom>
              <a:rect b="b" l="l" r="r" t="t"/>
              <a:pathLst>
                <a:path extrusionOk="0" h="1457" w="1429">
                  <a:moveTo>
                    <a:pt x="1429" y="714"/>
                  </a:moveTo>
                  <a:lnTo>
                    <a:pt x="1429" y="714"/>
                  </a:lnTo>
                  <a:cubicBezTo>
                    <a:pt x="1429" y="320"/>
                    <a:pt x="1109" y="0"/>
                    <a:pt x="715" y="0"/>
                  </a:cubicBezTo>
                  <a:cubicBezTo>
                    <a:pt x="320" y="0"/>
                    <a:pt x="0" y="320"/>
                    <a:pt x="0" y="714"/>
                  </a:cubicBezTo>
                  <a:cubicBezTo>
                    <a:pt x="0" y="1043"/>
                    <a:pt x="229" y="1330"/>
                    <a:pt x="543" y="1408"/>
                  </a:cubicBezTo>
                  <a:cubicBezTo>
                    <a:pt x="551" y="1436"/>
                    <a:pt x="577" y="1457"/>
                    <a:pt x="609" y="1457"/>
                  </a:cubicBezTo>
                  <a:cubicBezTo>
                    <a:pt x="647" y="1457"/>
                    <a:pt x="678" y="1426"/>
                    <a:pt x="678" y="1388"/>
                  </a:cubicBezTo>
                  <a:cubicBezTo>
                    <a:pt x="678" y="1350"/>
                    <a:pt x="647" y="1319"/>
                    <a:pt x="609" y="1319"/>
                  </a:cubicBezTo>
                  <a:cubicBezTo>
                    <a:pt x="588" y="1319"/>
                    <a:pt x="570" y="1328"/>
                    <a:pt x="557" y="1343"/>
                  </a:cubicBezTo>
                  <a:cubicBezTo>
                    <a:pt x="273" y="1271"/>
                    <a:pt x="66" y="1011"/>
                    <a:pt x="66" y="714"/>
                  </a:cubicBezTo>
                  <a:cubicBezTo>
                    <a:pt x="66" y="357"/>
                    <a:pt x="357" y="66"/>
                    <a:pt x="715" y="66"/>
                  </a:cubicBezTo>
                  <a:cubicBezTo>
                    <a:pt x="1072" y="66"/>
                    <a:pt x="1363" y="357"/>
                    <a:pt x="1363" y="714"/>
                  </a:cubicBezTo>
                  <a:cubicBezTo>
                    <a:pt x="1363" y="1010"/>
                    <a:pt x="1157" y="1270"/>
                    <a:pt x="875" y="1342"/>
                  </a:cubicBezTo>
                  <a:cubicBezTo>
                    <a:pt x="862" y="1327"/>
                    <a:pt x="844" y="1318"/>
                    <a:pt x="823" y="1318"/>
                  </a:cubicBezTo>
                  <a:cubicBezTo>
                    <a:pt x="784" y="1318"/>
                    <a:pt x="753" y="1349"/>
                    <a:pt x="753" y="1387"/>
                  </a:cubicBezTo>
                  <a:cubicBezTo>
                    <a:pt x="753" y="1425"/>
                    <a:pt x="784" y="1457"/>
                    <a:pt x="823" y="1457"/>
                  </a:cubicBezTo>
                  <a:cubicBezTo>
                    <a:pt x="854" y="1457"/>
                    <a:pt x="881" y="1436"/>
                    <a:pt x="889" y="1407"/>
                  </a:cubicBezTo>
                  <a:cubicBezTo>
                    <a:pt x="1201" y="1328"/>
                    <a:pt x="1429" y="1042"/>
                    <a:pt x="1429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6" name="Google Shape;476;g31ed28cfa71_0_465"/>
            <p:cNvSpPr/>
            <p:nvPr/>
          </p:nvSpPr>
          <p:spPr>
            <a:xfrm>
              <a:off x="8315325" y="2127250"/>
              <a:ext cx="447676" cy="390526"/>
            </a:xfrm>
            <a:custGeom>
              <a:rect b="b" l="l" r="r" t="t"/>
              <a:pathLst>
                <a:path extrusionOk="0" h="894" w="1028">
                  <a:moveTo>
                    <a:pt x="630" y="457"/>
                  </a:moveTo>
                  <a:lnTo>
                    <a:pt x="630" y="457"/>
                  </a:lnTo>
                  <a:cubicBezTo>
                    <a:pt x="630" y="530"/>
                    <a:pt x="573" y="589"/>
                    <a:pt x="502" y="589"/>
                  </a:cubicBezTo>
                  <a:cubicBezTo>
                    <a:pt x="431" y="589"/>
                    <a:pt x="374" y="530"/>
                    <a:pt x="374" y="457"/>
                  </a:cubicBezTo>
                  <a:cubicBezTo>
                    <a:pt x="374" y="384"/>
                    <a:pt x="431" y="325"/>
                    <a:pt x="502" y="325"/>
                  </a:cubicBezTo>
                  <a:cubicBezTo>
                    <a:pt x="573" y="325"/>
                    <a:pt x="630" y="384"/>
                    <a:pt x="630" y="457"/>
                  </a:cubicBezTo>
                  <a:close/>
                  <a:moveTo>
                    <a:pt x="126" y="785"/>
                  </a:moveTo>
                  <a:lnTo>
                    <a:pt x="126" y="785"/>
                  </a:lnTo>
                  <a:cubicBezTo>
                    <a:pt x="93" y="785"/>
                    <a:pt x="67" y="758"/>
                    <a:pt x="67" y="725"/>
                  </a:cubicBezTo>
                  <a:cubicBezTo>
                    <a:pt x="67" y="693"/>
                    <a:pt x="93" y="666"/>
                    <a:pt x="126" y="666"/>
                  </a:cubicBezTo>
                  <a:cubicBezTo>
                    <a:pt x="159" y="666"/>
                    <a:pt x="185" y="693"/>
                    <a:pt x="185" y="725"/>
                  </a:cubicBezTo>
                  <a:cubicBezTo>
                    <a:pt x="185" y="758"/>
                    <a:pt x="159" y="785"/>
                    <a:pt x="126" y="785"/>
                  </a:cubicBezTo>
                  <a:close/>
                  <a:moveTo>
                    <a:pt x="749" y="67"/>
                  </a:moveTo>
                  <a:lnTo>
                    <a:pt x="749" y="67"/>
                  </a:lnTo>
                  <a:cubicBezTo>
                    <a:pt x="785" y="67"/>
                    <a:pt x="814" y="96"/>
                    <a:pt x="814" y="131"/>
                  </a:cubicBezTo>
                  <a:cubicBezTo>
                    <a:pt x="814" y="167"/>
                    <a:pt x="785" y="196"/>
                    <a:pt x="749" y="196"/>
                  </a:cubicBezTo>
                  <a:cubicBezTo>
                    <a:pt x="714" y="196"/>
                    <a:pt x="685" y="167"/>
                    <a:pt x="685" y="131"/>
                  </a:cubicBezTo>
                  <a:cubicBezTo>
                    <a:pt x="685" y="96"/>
                    <a:pt x="714" y="67"/>
                    <a:pt x="749" y="67"/>
                  </a:cubicBezTo>
                  <a:close/>
                  <a:moveTo>
                    <a:pt x="502" y="655"/>
                  </a:moveTo>
                  <a:lnTo>
                    <a:pt x="502" y="655"/>
                  </a:lnTo>
                  <a:cubicBezTo>
                    <a:pt x="523" y="655"/>
                    <a:pt x="544" y="652"/>
                    <a:pt x="563" y="645"/>
                  </a:cubicBezTo>
                  <a:lnTo>
                    <a:pt x="624" y="764"/>
                  </a:lnTo>
                  <a:cubicBezTo>
                    <a:pt x="610" y="778"/>
                    <a:pt x="602" y="797"/>
                    <a:pt x="602" y="818"/>
                  </a:cubicBezTo>
                  <a:cubicBezTo>
                    <a:pt x="602" y="860"/>
                    <a:pt x="636" y="894"/>
                    <a:pt x="678" y="894"/>
                  </a:cubicBezTo>
                  <a:cubicBezTo>
                    <a:pt x="720" y="894"/>
                    <a:pt x="754" y="860"/>
                    <a:pt x="754" y="818"/>
                  </a:cubicBezTo>
                  <a:cubicBezTo>
                    <a:pt x="754" y="776"/>
                    <a:pt x="720" y="742"/>
                    <a:pt x="678" y="742"/>
                  </a:cubicBezTo>
                  <a:cubicBezTo>
                    <a:pt x="671" y="742"/>
                    <a:pt x="665" y="743"/>
                    <a:pt x="659" y="745"/>
                  </a:cubicBezTo>
                  <a:lnTo>
                    <a:pt x="599" y="629"/>
                  </a:lnTo>
                  <a:cubicBezTo>
                    <a:pt x="636" y="607"/>
                    <a:pt x="666" y="573"/>
                    <a:pt x="682" y="532"/>
                  </a:cubicBezTo>
                  <a:lnTo>
                    <a:pt x="831" y="545"/>
                  </a:lnTo>
                  <a:cubicBezTo>
                    <a:pt x="837" y="593"/>
                    <a:pt x="879" y="631"/>
                    <a:pt x="929" y="631"/>
                  </a:cubicBezTo>
                  <a:cubicBezTo>
                    <a:pt x="983" y="631"/>
                    <a:pt x="1028" y="587"/>
                    <a:pt x="1028" y="533"/>
                  </a:cubicBezTo>
                  <a:cubicBezTo>
                    <a:pt x="1028" y="478"/>
                    <a:pt x="983" y="434"/>
                    <a:pt x="929" y="434"/>
                  </a:cubicBezTo>
                  <a:cubicBezTo>
                    <a:pt x="884" y="434"/>
                    <a:pt x="847" y="464"/>
                    <a:pt x="835" y="505"/>
                  </a:cubicBezTo>
                  <a:lnTo>
                    <a:pt x="693" y="493"/>
                  </a:lnTo>
                  <a:cubicBezTo>
                    <a:pt x="695" y="481"/>
                    <a:pt x="697" y="469"/>
                    <a:pt x="697" y="457"/>
                  </a:cubicBezTo>
                  <a:cubicBezTo>
                    <a:pt x="697" y="396"/>
                    <a:pt x="670" y="342"/>
                    <a:pt x="627" y="305"/>
                  </a:cubicBezTo>
                  <a:lnTo>
                    <a:pt x="678" y="241"/>
                  </a:lnTo>
                  <a:cubicBezTo>
                    <a:pt x="699" y="255"/>
                    <a:pt x="723" y="263"/>
                    <a:pt x="749" y="263"/>
                  </a:cubicBezTo>
                  <a:cubicBezTo>
                    <a:pt x="822" y="263"/>
                    <a:pt x="881" y="204"/>
                    <a:pt x="881" y="131"/>
                  </a:cubicBezTo>
                  <a:cubicBezTo>
                    <a:pt x="881" y="59"/>
                    <a:pt x="822" y="0"/>
                    <a:pt x="749" y="0"/>
                  </a:cubicBezTo>
                  <a:cubicBezTo>
                    <a:pt x="677" y="0"/>
                    <a:pt x="618" y="59"/>
                    <a:pt x="618" y="131"/>
                  </a:cubicBezTo>
                  <a:cubicBezTo>
                    <a:pt x="618" y="163"/>
                    <a:pt x="629" y="192"/>
                    <a:pt x="648" y="215"/>
                  </a:cubicBezTo>
                  <a:lnTo>
                    <a:pt x="594" y="282"/>
                  </a:lnTo>
                  <a:cubicBezTo>
                    <a:pt x="567" y="267"/>
                    <a:pt x="535" y="258"/>
                    <a:pt x="502" y="258"/>
                  </a:cubicBezTo>
                  <a:cubicBezTo>
                    <a:pt x="459" y="258"/>
                    <a:pt x="419" y="273"/>
                    <a:pt x="387" y="297"/>
                  </a:cubicBezTo>
                  <a:lnTo>
                    <a:pt x="290" y="184"/>
                  </a:lnTo>
                  <a:cubicBezTo>
                    <a:pt x="301" y="170"/>
                    <a:pt x="308" y="153"/>
                    <a:pt x="308" y="134"/>
                  </a:cubicBezTo>
                  <a:cubicBezTo>
                    <a:pt x="308" y="91"/>
                    <a:pt x="274" y="57"/>
                    <a:pt x="231" y="57"/>
                  </a:cubicBezTo>
                  <a:cubicBezTo>
                    <a:pt x="189" y="57"/>
                    <a:pt x="154" y="91"/>
                    <a:pt x="154" y="134"/>
                  </a:cubicBezTo>
                  <a:cubicBezTo>
                    <a:pt x="154" y="176"/>
                    <a:pt x="189" y="211"/>
                    <a:pt x="231" y="211"/>
                  </a:cubicBezTo>
                  <a:cubicBezTo>
                    <a:pt x="240" y="211"/>
                    <a:pt x="249" y="209"/>
                    <a:pt x="257" y="206"/>
                  </a:cubicBezTo>
                  <a:lnTo>
                    <a:pt x="357" y="324"/>
                  </a:lnTo>
                  <a:cubicBezTo>
                    <a:pt x="326" y="359"/>
                    <a:pt x="307" y="406"/>
                    <a:pt x="307" y="457"/>
                  </a:cubicBezTo>
                  <a:cubicBezTo>
                    <a:pt x="307" y="498"/>
                    <a:pt x="320" y="536"/>
                    <a:pt x="341" y="568"/>
                  </a:cubicBezTo>
                  <a:lnTo>
                    <a:pt x="219" y="641"/>
                  </a:lnTo>
                  <a:cubicBezTo>
                    <a:pt x="196" y="615"/>
                    <a:pt x="163" y="599"/>
                    <a:pt x="126" y="599"/>
                  </a:cubicBezTo>
                  <a:cubicBezTo>
                    <a:pt x="57" y="599"/>
                    <a:pt x="0" y="656"/>
                    <a:pt x="0" y="725"/>
                  </a:cubicBezTo>
                  <a:cubicBezTo>
                    <a:pt x="0" y="795"/>
                    <a:pt x="57" y="851"/>
                    <a:pt x="126" y="851"/>
                  </a:cubicBezTo>
                  <a:cubicBezTo>
                    <a:pt x="196" y="851"/>
                    <a:pt x="252" y="795"/>
                    <a:pt x="252" y="725"/>
                  </a:cubicBezTo>
                  <a:cubicBezTo>
                    <a:pt x="252" y="707"/>
                    <a:pt x="248" y="690"/>
                    <a:pt x="241" y="674"/>
                  </a:cubicBezTo>
                  <a:lnTo>
                    <a:pt x="366" y="599"/>
                  </a:lnTo>
                  <a:cubicBezTo>
                    <a:pt x="401" y="634"/>
                    <a:pt x="449" y="655"/>
                    <a:pt x="502" y="6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77" name="Google Shape;477;g31ed28cfa71_0_465"/>
          <p:cNvSpPr/>
          <p:nvPr/>
        </p:nvSpPr>
        <p:spPr>
          <a:xfrm flipH="1" rot="-5400000">
            <a:off x="3126356" y="1594377"/>
            <a:ext cx="318000" cy="510900"/>
          </a:xfrm>
          <a:custGeom>
            <a:rect b="b" l="l" r="r" t="t"/>
            <a:pathLst>
              <a:path extrusionOk="0" h="120000" w="120000">
                <a:moveTo>
                  <a:pt x="12355" y="60000"/>
                </a:moveTo>
                <a:lnTo>
                  <a:pt x="12355" y="60000"/>
                </a:lnTo>
                <a:cubicBezTo>
                  <a:pt x="12355" y="32761"/>
                  <a:pt x="31395" y="10080"/>
                  <a:pt x="56123" y="7864"/>
                </a:cubicBezTo>
                <a:cubicBezTo>
                  <a:pt x="80851" y="5647"/>
                  <a:pt x="102990" y="24636"/>
                  <a:pt x="107014" y="51515"/>
                </a:cubicBezTo>
                <a:lnTo>
                  <a:pt x="119358" y="51515"/>
                </a:lnTo>
                <a:lnTo>
                  <a:pt x="100145" y="60000"/>
                </a:lnTo>
                <a:lnTo>
                  <a:pt x="79648" y="51515"/>
                </a:lnTo>
                <a:lnTo>
                  <a:pt x="92002" y="51515"/>
                </a:lnTo>
                <a:lnTo>
                  <a:pt x="92002" y="51515"/>
                </a:lnTo>
                <a:cubicBezTo>
                  <a:pt x="88690" y="29867"/>
                  <a:pt x="73453" y="15048"/>
                  <a:pt x="56761" y="17239"/>
                </a:cubicBezTo>
                <a:cubicBezTo>
                  <a:pt x="40069" y="19430"/>
                  <a:pt x="27355" y="37918"/>
                  <a:pt x="27355" y="6000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8" name="Google Shape;478;g31ed28cfa71_0_465"/>
          <p:cNvGrpSpPr/>
          <p:nvPr/>
        </p:nvGrpSpPr>
        <p:grpSpPr>
          <a:xfrm>
            <a:off x="3117005" y="1053673"/>
            <a:ext cx="337234" cy="309806"/>
            <a:chOff x="6932613" y="4262438"/>
            <a:chExt cx="671514" cy="687388"/>
          </a:xfrm>
        </p:grpSpPr>
        <p:sp>
          <p:nvSpPr>
            <p:cNvPr id="479" name="Google Shape;479;g31ed28cfa71_0_465"/>
            <p:cNvSpPr/>
            <p:nvPr/>
          </p:nvSpPr>
          <p:spPr>
            <a:xfrm>
              <a:off x="7010400" y="4518025"/>
              <a:ext cx="69850" cy="80963"/>
            </a:xfrm>
            <a:custGeom>
              <a:rect b="b" l="l" r="r" t="t"/>
              <a:pathLst>
                <a:path extrusionOk="0" h="172" w="149">
                  <a:moveTo>
                    <a:pt x="0" y="129"/>
                  </a:moveTo>
                  <a:lnTo>
                    <a:pt x="0" y="129"/>
                  </a:lnTo>
                  <a:lnTo>
                    <a:pt x="0" y="43"/>
                  </a:lnTo>
                  <a:lnTo>
                    <a:pt x="74" y="0"/>
                  </a:lnTo>
                  <a:lnTo>
                    <a:pt x="149" y="44"/>
                  </a:lnTo>
                  <a:lnTo>
                    <a:pt x="148" y="129"/>
                  </a:lnTo>
                  <a:lnTo>
                    <a:pt x="74" y="172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0" name="Google Shape;480;g31ed28cfa71_0_465"/>
            <p:cNvSpPr/>
            <p:nvPr/>
          </p:nvSpPr>
          <p:spPr>
            <a:xfrm>
              <a:off x="7064375" y="4621213"/>
              <a:ext cx="65088" cy="76200"/>
            </a:xfrm>
            <a:custGeom>
              <a:rect b="b" l="l" r="r" t="t"/>
              <a:pathLst>
                <a:path extrusionOk="0" h="160" w="139">
                  <a:moveTo>
                    <a:pt x="0" y="120"/>
                  </a:moveTo>
                  <a:lnTo>
                    <a:pt x="0" y="120"/>
                  </a:lnTo>
                  <a:lnTo>
                    <a:pt x="1" y="40"/>
                  </a:lnTo>
                  <a:lnTo>
                    <a:pt x="70" y="0"/>
                  </a:lnTo>
                  <a:lnTo>
                    <a:pt x="139" y="40"/>
                  </a:lnTo>
                  <a:lnTo>
                    <a:pt x="139" y="120"/>
                  </a:lnTo>
                  <a:lnTo>
                    <a:pt x="70" y="16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g31ed28cfa71_0_465"/>
            <p:cNvSpPr/>
            <p:nvPr/>
          </p:nvSpPr>
          <p:spPr>
            <a:xfrm>
              <a:off x="7432675" y="4638675"/>
              <a:ext cx="65088" cy="74613"/>
            </a:xfrm>
            <a:custGeom>
              <a:rect b="b" l="l" r="r" t="t"/>
              <a:pathLst>
                <a:path extrusionOk="0" h="160" w="139">
                  <a:moveTo>
                    <a:pt x="0" y="120"/>
                  </a:moveTo>
                  <a:lnTo>
                    <a:pt x="0" y="120"/>
                  </a:lnTo>
                  <a:lnTo>
                    <a:pt x="0" y="40"/>
                  </a:lnTo>
                  <a:lnTo>
                    <a:pt x="70" y="0"/>
                  </a:lnTo>
                  <a:lnTo>
                    <a:pt x="139" y="40"/>
                  </a:lnTo>
                  <a:lnTo>
                    <a:pt x="139" y="120"/>
                  </a:lnTo>
                  <a:lnTo>
                    <a:pt x="70" y="16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g31ed28cfa71_0_465"/>
            <p:cNvSpPr/>
            <p:nvPr/>
          </p:nvSpPr>
          <p:spPr>
            <a:xfrm>
              <a:off x="7129463" y="4449763"/>
              <a:ext cx="50800" cy="58738"/>
            </a:xfrm>
            <a:custGeom>
              <a:rect b="b" l="l" r="r" t="t"/>
              <a:pathLst>
                <a:path extrusionOk="0" h="126" w="110">
                  <a:moveTo>
                    <a:pt x="0" y="95"/>
                  </a:moveTo>
                  <a:lnTo>
                    <a:pt x="0" y="95"/>
                  </a:lnTo>
                  <a:lnTo>
                    <a:pt x="1" y="32"/>
                  </a:lnTo>
                  <a:lnTo>
                    <a:pt x="55" y="0"/>
                  </a:lnTo>
                  <a:lnTo>
                    <a:pt x="110" y="32"/>
                  </a:lnTo>
                  <a:lnTo>
                    <a:pt x="109" y="95"/>
                  </a:lnTo>
                  <a:lnTo>
                    <a:pt x="55" y="126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g31ed28cfa71_0_465"/>
            <p:cNvSpPr/>
            <p:nvPr/>
          </p:nvSpPr>
          <p:spPr>
            <a:xfrm>
              <a:off x="7146925" y="4556125"/>
              <a:ext cx="74613" cy="85725"/>
            </a:xfrm>
            <a:custGeom>
              <a:rect b="b" l="l" r="r" t="t"/>
              <a:pathLst>
                <a:path extrusionOk="0" h="181" w="157">
                  <a:moveTo>
                    <a:pt x="0" y="135"/>
                  </a:moveTo>
                  <a:lnTo>
                    <a:pt x="0" y="135"/>
                  </a:lnTo>
                  <a:lnTo>
                    <a:pt x="0" y="45"/>
                  </a:lnTo>
                  <a:lnTo>
                    <a:pt x="79" y="0"/>
                  </a:lnTo>
                  <a:lnTo>
                    <a:pt x="157" y="45"/>
                  </a:lnTo>
                  <a:lnTo>
                    <a:pt x="157" y="136"/>
                  </a:lnTo>
                  <a:lnTo>
                    <a:pt x="79" y="181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g31ed28cfa71_0_465"/>
            <p:cNvSpPr/>
            <p:nvPr/>
          </p:nvSpPr>
          <p:spPr>
            <a:xfrm>
              <a:off x="7378700" y="4449763"/>
              <a:ext cx="69850" cy="80963"/>
            </a:xfrm>
            <a:custGeom>
              <a:rect b="b" l="l" r="r" t="t"/>
              <a:pathLst>
                <a:path extrusionOk="0" h="172" w="149">
                  <a:moveTo>
                    <a:pt x="0" y="129"/>
                  </a:moveTo>
                  <a:lnTo>
                    <a:pt x="0" y="129"/>
                  </a:lnTo>
                  <a:lnTo>
                    <a:pt x="0" y="43"/>
                  </a:lnTo>
                  <a:lnTo>
                    <a:pt x="74" y="0"/>
                  </a:lnTo>
                  <a:lnTo>
                    <a:pt x="149" y="44"/>
                  </a:lnTo>
                  <a:lnTo>
                    <a:pt x="149" y="129"/>
                  </a:lnTo>
                  <a:lnTo>
                    <a:pt x="74" y="172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5" name="Google Shape;485;g31ed28cfa71_0_465"/>
            <p:cNvSpPr/>
            <p:nvPr/>
          </p:nvSpPr>
          <p:spPr>
            <a:xfrm>
              <a:off x="7283450" y="4591050"/>
              <a:ext cx="103188" cy="117475"/>
            </a:xfrm>
            <a:custGeom>
              <a:rect b="b" l="l" r="r" t="t"/>
              <a:pathLst>
                <a:path extrusionOk="0" h="252" w="218">
                  <a:moveTo>
                    <a:pt x="0" y="189"/>
                  </a:moveTo>
                  <a:lnTo>
                    <a:pt x="0" y="189"/>
                  </a:lnTo>
                  <a:lnTo>
                    <a:pt x="0" y="63"/>
                  </a:lnTo>
                  <a:lnTo>
                    <a:pt x="109" y="0"/>
                  </a:lnTo>
                  <a:lnTo>
                    <a:pt x="218" y="63"/>
                  </a:lnTo>
                  <a:lnTo>
                    <a:pt x="218" y="189"/>
                  </a:lnTo>
                  <a:lnTo>
                    <a:pt x="109" y="252"/>
                  </a:lnTo>
                  <a:lnTo>
                    <a:pt x="0" y="18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g31ed28cfa71_0_465"/>
            <p:cNvSpPr/>
            <p:nvPr/>
          </p:nvSpPr>
          <p:spPr>
            <a:xfrm>
              <a:off x="7232650" y="4416425"/>
              <a:ext cx="119063" cy="138113"/>
            </a:xfrm>
            <a:custGeom>
              <a:rect b="b" l="l" r="r" t="t"/>
              <a:pathLst>
                <a:path extrusionOk="0" h="294" w="255">
                  <a:moveTo>
                    <a:pt x="0" y="220"/>
                  </a:moveTo>
                  <a:lnTo>
                    <a:pt x="0" y="220"/>
                  </a:lnTo>
                  <a:lnTo>
                    <a:pt x="0" y="73"/>
                  </a:lnTo>
                  <a:lnTo>
                    <a:pt x="128" y="0"/>
                  </a:lnTo>
                  <a:lnTo>
                    <a:pt x="255" y="74"/>
                  </a:lnTo>
                  <a:lnTo>
                    <a:pt x="254" y="220"/>
                  </a:lnTo>
                  <a:lnTo>
                    <a:pt x="127" y="294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g31ed28cfa71_0_465"/>
            <p:cNvSpPr/>
            <p:nvPr/>
          </p:nvSpPr>
          <p:spPr>
            <a:xfrm>
              <a:off x="7369175" y="4711700"/>
              <a:ext cx="71438" cy="80963"/>
            </a:xfrm>
            <a:custGeom>
              <a:rect b="b" l="l" r="r" t="t"/>
              <a:pathLst>
                <a:path extrusionOk="0" h="172" w="149">
                  <a:moveTo>
                    <a:pt x="0" y="129"/>
                  </a:moveTo>
                  <a:lnTo>
                    <a:pt x="0" y="129"/>
                  </a:lnTo>
                  <a:lnTo>
                    <a:pt x="1" y="43"/>
                  </a:lnTo>
                  <a:lnTo>
                    <a:pt x="75" y="0"/>
                  </a:lnTo>
                  <a:lnTo>
                    <a:pt x="149" y="43"/>
                  </a:lnTo>
                  <a:lnTo>
                    <a:pt x="149" y="129"/>
                  </a:lnTo>
                  <a:lnTo>
                    <a:pt x="75" y="172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g31ed28cfa71_0_465"/>
            <p:cNvSpPr/>
            <p:nvPr/>
          </p:nvSpPr>
          <p:spPr>
            <a:xfrm>
              <a:off x="7440613" y="4530725"/>
              <a:ext cx="77788" cy="90488"/>
            </a:xfrm>
            <a:custGeom>
              <a:rect b="b" l="l" r="r" t="t"/>
              <a:pathLst>
                <a:path extrusionOk="0" h="194" w="168">
                  <a:moveTo>
                    <a:pt x="0" y="145"/>
                  </a:moveTo>
                  <a:lnTo>
                    <a:pt x="0" y="145"/>
                  </a:lnTo>
                  <a:lnTo>
                    <a:pt x="0" y="49"/>
                  </a:lnTo>
                  <a:lnTo>
                    <a:pt x="84" y="0"/>
                  </a:lnTo>
                  <a:lnTo>
                    <a:pt x="168" y="49"/>
                  </a:lnTo>
                  <a:lnTo>
                    <a:pt x="168" y="146"/>
                  </a:lnTo>
                  <a:lnTo>
                    <a:pt x="84" y="19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g31ed28cfa71_0_465"/>
            <p:cNvSpPr/>
            <p:nvPr/>
          </p:nvSpPr>
          <p:spPr>
            <a:xfrm>
              <a:off x="7058025" y="4584700"/>
              <a:ext cx="26988" cy="47625"/>
            </a:xfrm>
            <a:custGeom>
              <a:rect b="b" l="l" r="r" t="t"/>
              <a:pathLst>
                <a:path extrusionOk="0" h="102" w="59">
                  <a:moveTo>
                    <a:pt x="34" y="102"/>
                  </a:moveTo>
                  <a:lnTo>
                    <a:pt x="34" y="102"/>
                  </a:lnTo>
                  <a:lnTo>
                    <a:pt x="0" y="10"/>
                  </a:lnTo>
                  <a:lnTo>
                    <a:pt x="25" y="0"/>
                  </a:lnTo>
                  <a:lnTo>
                    <a:pt x="59" y="93"/>
                  </a:lnTo>
                  <a:lnTo>
                    <a:pt x="34" y="102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g31ed28cfa71_0_465"/>
            <p:cNvSpPr/>
            <p:nvPr/>
          </p:nvSpPr>
          <p:spPr>
            <a:xfrm>
              <a:off x="7070725" y="4484688"/>
              <a:ext cx="68263" cy="61913"/>
            </a:xfrm>
            <a:custGeom>
              <a:rect b="b" l="l" r="r" t="t"/>
              <a:pathLst>
                <a:path extrusionOk="0" h="133" w="144">
                  <a:moveTo>
                    <a:pt x="18" y="133"/>
                  </a:moveTo>
                  <a:lnTo>
                    <a:pt x="18" y="133"/>
                  </a:lnTo>
                  <a:lnTo>
                    <a:pt x="0" y="113"/>
                  </a:lnTo>
                  <a:lnTo>
                    <a:pt x="126" y="0"/>
                  </a:lnTo>
                  <a:lnTo>
                    <a:pt x="144" y="20"/>
                  </a:lnTo>
                  <a:lnTo>
                    <a:pt x="18" y="13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g31ed28cfa71_0_465"/>
            <p:cNvSpPr/>
            <p:nvPr/>
          </p:nvSpPr>
          <p:spPr>
            <a:xfrm>
              <a:off x="7177088" y="4471988"/>
              <a:ext cx="58738" cy="12700"/>
            </a:xfrm>
            <a:custGeom>
              <a:rect b="b" l="l" r="r" t="t"/>
              <a:pathLst>
                <a:path extrusionOk="0" h="27" w="123">
                  <a:moveTo>
                    <a:pt x="123" y="27"/>
                  </a:moveTo>
                  <a:lnTo>
                    <a:pt x="123" y="2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27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g31ed28cfa71_0_465"/>
            <p:cNvSpPr/>
            <p:nvPr/>
          </p:nvSpPr>
          <p:spPr>
            <a:xfrm>
              <a:off x="7340600" y="4471988"/>
              <a:ext cx="58738" cy="12700"/>
            </a:xfrm>
            <a:custGeom>
              <a:rect b="b" l="l" r="r" t="t"/>
              <a:pathLst>
                <a:path extrusionOk="0" h="27" w="123">
                  <a:moveTo>
                    <a:pt x="123" y="27"/>
                  </a:moveTo>
                  <a:lnTo>
                    <a:pt x="123" y="2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27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g31ed28cfa71_0_465"/>
            <p:cNvSpPr/>
            <p:nvPr/>
          </p:nvSpPr>
          <p:spPr>
            <a:xfrm>
              <a:off x="7423150" y="4503738"/>
              <a:ext cx="44450" cy="46038"/>
            </a:xfrm>
            <a:custGeom>
              <a:rect b="b" l="l" r="r" t="t"/>
              <a:pathLst>
                <a:path extrusionOk="0" h="96" w="92">
                  <a:moveTo>
                    <a:pt x="73" y="96"/>
                  </a:moveTo>
                  <a:lnTo>
                    <a:pt x="73" y="96"/>
                  </a:lnTo>
                  <a:lnTo>
                    <a:pt x="0" y="18"/>
                  </a:lnTo>
                  <a:lnTo>
                    <a:pt x="19" y="0"/>
                  </a:lnTo>
                  <a:lnTo>
                    <a:pt x="92" y="78"/>
                  </a:lnTo>
                  <a:lnTo>
                    <a:pt x="73" y="96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g31ed28cfa71_0_465"/>
            <p:cNvSpPr/>
            <p:nvPr/>
          </p:nvSpPr>
          <p:spPr>
            <a:xfrm>
              <a:off x="7466013" y="4608513"/>
              <a:ext cx="12700" cy="44450"/>
            </a:xfrm>
            <a:custGeom>
              <a:rect b="b" l="l" r="r" t="t"/>
              <a:pathLst>
                <a:path extrusionOk="0" h="93" w="27">
                  <a:moveTo>
                    <a:pt x="27" y="93"/>
                  </a:moveTo>
                  <a:lnTo>
                    <a:pt x="27" y="93"/>
                  </a:lnTo>
                  <a:lnTo>
                    <a:pt x="0" y="93"/>
                  </a:lnTo>
                  <a:lnTo>
                    <a:pt x="0" y="0"/>
                  </a:lnTo>
                  <a:lnTo>
                    <a:pt x="27" y="0"/>
                  </a:lnTo>
                  <a:lnTo>
                    <a:pt x="27" y="9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g31ed28cfa71_0_465"/>
            <p:cNvSpPr/>
            <p:nvPr/>
          </p:nvSpPr>
          <p:spPr>
            <a:xfrm>
              <a:off x="7416800" y="4691063"/>
              <a:ext cx="39688" cy="46038"/>
            </a:xfrm>
            <a:custGeom>
              <a:rect b="b" l="l" r="r" t="t"/>
              <a:pathLst>
                <a:path extrusionOk="0" h="98" w="82">
                  <a:moveTo>
                    <a:pt x="22" y="98"/>
                  </a:moveTo>
                  <a:lnTo>
                    <a:pt x="22" y="98"/>
                  </a:lnTo>
                  <a:lnTo>
                    <a:pt x="0" y="82"/>
                  </a:lnTo>
                  <a:lnTo>
                    <a:pt x="61" y="0"/>
                  </a:lnTo>
                  <a:lnTo>
                    <a:pt x="82" y="16"/>
                  </a:lnTo>
                  <a:lnTo>
                    <a:pt x="22" y="98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g31ed28cfa71_0_465"/>
            <p:cNvSpPr/>
            <p:nvPr/>
          </p:nvSpPr>
          <p:spPr>
            <a:xfrm>
              <a:off x="7351713" y="4679950"/>
              <a:ext cx="47625" cy="66675"/>
            </a:xfrm>
            <a:custGeom>
              <a:rect b="b" l="l" r="r" t="t"/>
              <a:pathLst>
                <a:path extrusionOk="0" h="141" w="100">
                  <a:moveTo>
                    <a:pt x="77" y="141"/>
                  </a:moveTo>
                  <a:lnTo>
                    <a:pt x="77" y="141"/>
                  </a:lnTo>
                  <a:lnTo>
                    <a:pt x="0" y="14"/>
                  </a:lnTo>
                  <a:lnTo>
                    <a:pt x="23" y="0"/>
                  </a:lnTo>
                  <a:lnTo>
                    <a:pt x="100" y="127"/>
                  </a:lnTo>
                  <a:lnTo>
                    <a:pt x="77" y="141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g31ed28cfa71_0_465"/>
            <p:cNvSpPr/>
            <p:nvPr/>
          </p:nvSpPr>
          <p:spPr>
            <a:xfrm>
              <a:off x="7367588" y="4587875"/>
              <a:ext cx="79375" cy="44450"/>
            </a:xfrm>
            <a:custGeom>
              <a:rect b="b" l="l" r="r" t="t"/>
              <a:pathLst>
                <a:path extrusionOk="0" h="95" w="170">
                  <a:moveTo>
                    <a:pt x="11" y="95"/>
                  </a:moveTo>
                  <a:lnTo>
                    <a:pt x="11" y="95"/>
                  </a:lnTo>
                  <a:lnTo>
                    <a:pt x="0" y="71"/>
                  </a:lnTo>
                  <a:lnTo>
                    <a:pt x="160" y="0"/>
                  </a:lnTo>
                  <a:lnTo>
                    <a:pt x="170" y="24"/>
                  </a:lnTo>
                  <a:lnTo>
                    <a:pt x="11" y="95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8" name="Google Shape;498;g31ed28cfa71_0_465"/>
            <p:cNvSpPr/>
            <p:nvPr/>
          </p:nvSpPr>
          <p:spPr>
            <a:xfrm>
              <a:off x="7304088" y="4525963"/>
              <a:ext cx="22225" cy="88900"/>
            </a:xfrm>
            <a:custGeom>
              <a:rect b="b" l="l" r="r" t="t"/>
              <a:pathLst>
                <a:path extrusionOk="0" h="188" w="46">
                  <a:moveTo>
                    <a:pt x="19" y="188"/>
                  </a:moveTo>
                  <a:lnTo>
                    <a:pt x="19" y="188"/>
                  </a:lnTo>
                  <a:lnTo>
                    <a:pt x="0" y="2"/>
                  </a:lnTo>
                  <a:lnTo>
                    <a:pt x="26" y="0"/>
                  </a:lnTo>
                  <a:lnTo>
                    <a:pt x="46" y="185"/>
                  </a:lnTo>
                  <a:lnTo>
                    <a:pt x="19" y="188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9" name="Google Shape;499;g31ed28cfa71_0_465"/>
            <p:cNvSpPr/>
            <p:nvPr/>
          </p:nvSpPr>
          <p:spPr>
            <a:xfrm>
              <a:off x="7199313" y="4518025"/>
              <a:ext cx="68263" cy="66675"/>
            </a:xfrm>
            <a:custGeom>
              <a:rect b="b" l="l" r="r" t="t"/>
              <a:pathLst>
                <a:path extrusionOk="0" h="143" w="144">
                  <a:moveTo>
                    <a:pt x="19" y="143"/>
                  </a:moveTo>
                  <a:lnTo>
                    <a:pt x="19" y="143"/>
                  </a:lnTo>
                  <a:lnTo>
                    <a:pt x="0" y="124"/>
                  </a:lnTo>
                  <a:lnTo>
                    <a:pt x="126" y="0"/>
                  </a:lnTo>
                  <a:lnTo>
                    <a:pt x="144" y="19"/>
                  </a:lnTo>
                  <a:lnTo>
                    <a:pt x="19" y="14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g31ed28cfa71_0_465"/>
            <p:cNvSpPr/>
            <p:nvPr/>
          </p:nvSpPr>
          <p:spPr>
            <a:xfrm>
              <a:off x="7110413" y="4608513"/>
              <a:ext cx="47625" cy="38100"/>
            </a:xfrm>
            <a:custGeom>
              <a:rect b="b" l="l" r="r" t="t"/>
              <a:pathLst>
                <a:path extrusionOk="0" h="80" w="98">
                  <a:moveTo>
                    <a:pt x="15" y="80"/>
                  </a:moveTo>
                  <a:lnTo>
                    <a:pt x="15" y="80"/>
                  </a:lnTo>
                  <a:lnTo>
                    <a:pt x="0" y="58"/>
                  </a:lnTo>
                  <a:lnTo>
                    <a:pt x="83" y="0"/>
                  </a:lnTo>
                  <a:lnTo>
                    <a:pt x="98" y="22"/>
                  </a:lnTo>
                  <a:lnTo>
                    <a:pt x="15" y="8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1" name="Google Shape;501;g31ed28cfa71_0_465"/>
            <p:cNvSpPr/>
            <p:nvPr/>
          </p:nvSpPr>
          <p:spPr>
            <a:xfrm>
              <a:off x="7204075" y="4611688"/>
              <a:ext cx="95250" cy="39688"/>
            </a:xfrm>
            <a:custGeom>
              <a:rect b="b" l="l" r="r" t="t"/>
              <a:pathLst>
                <a:path extrusionOk="0" h="83" w="202">
                  <a:moveTo>
                    <a:pt x="195" y="83"/>
                  </a:moveTo>
                  <a:lnTo>
                    <a:pt x="195" y="83"/>
                  </a:lnTo>
                  <a:lnTo>
                    <a:pt x="0" y="25"/>
                  </a:lnTo>
                  <a:lnTo>
                    <a:pt x="7" y="0"/>
                  </a:lnTo>
                  <a:lnTo>
                    <a:pt x="202" y="57"/>
                  </a:lnTo>
                  <a:lnTo>
                    <a:pt x="195" y="8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g31ed28cfa71_0_465"/>
            <p:cNvSpPr/>
            <p:nvPr/>
          </p:nvSpPr>
          <p:spPr>
            <a:xfrm>
              <a:off x="6932613" y="4262438"/>
              <a:ext cx="671514" cy="671513"/>
            </a:xfrm>
            <a:custGeom>
              <a:rect b="b" l="l" r="r" t="t"/>
              <a:pathLst>
                <a:path extrusionOk="0" h="1425" w="1430">
                  <a:moveTo>
                    <a:pt x="612" y="1422"/>
                  </a:moveTo>
                  <a:lnTo>
                    <a:pt x="612" y="1422"/>
                  </a:lnTo>
                  <a:cubicBezTo>
                    <a:pt x="611" y="1422"/>
                    <a:pt x="609" y="1422"/>
                    <a:pt x="607" y="1422"/>
                  </a:cubicBezTo>
                  <a:cubicBezTo>
                    <a:pt x="261" y="1370"/>
                    <a:pt x="0" y="1066"/>
                    <a:pt x="0" y="715"/>
                  </a:cubicBezTo>
                  <a:cubicBezTo>
                    <a:pt x="0" y="321"/>
                    <a:pt x="321" y="0"/>
                    <a:pt x="715" y="0"/>
                  </a:cubicBezTo>
                  <a:cubicBezTo>
                    <a:pt x="1109" y="0"/>
                    <a:pt x="1429" y="321"/>
                    <a:pt x="1429" y="715"/>
                  </a:cubicBezTo>
                  <a:cubicBezTo>
                    <a:pt x="1430" y="1066"/>
                    <a:pt x="1168" y="1370"/>
                    <a:pt x="822" y="1422"/>
                  </a:cubicBezTo>
                  <a:cubicBezTo>
                    <a:pt x="804" y="1425"/>
                    <a:pt x="787" y="1412"/>
                    <a:pt x="784" y="1394"/>
                  </a:cubicBezTo>
                  <a:cubicBezTo>
                    <a:pt x="781" y="1376"/>
                    <a:pt x="794" y="1359"/>
                    <a:pt x="812" y="1356"/>
                  </a:cubicBezTo>
                  <a:cubicBezTo>
                    <a:pt x="1126" y="1309"/>
                    <a:pt x="1363" y="1033"/>
                    <a:pt x="1363" y="715"/>
                  </a:cubicBezTo>
                  <a:cubicBezTo>
                    <a:pt x="1363" y="358"/>
                    <a:pt x="1072" y="67"/>
                    <a:pt x="715" y="67"/>
                  </a:cubicBezTo>
                  <a:cubicBezTo>
                    <a:pt x="357" y="67"/>
                    <a:pt x="67" y="358"/>
                    <a:pt x="67" y="715"/>
                  </a:cubicBezTo>
                  <a:cubicBezTo>
                    <a:pt x="67" y="1033"/>
                    <a:pt x="303" y="1309"/>
                    <a:pt x="617" y="1356"/>
                  </a:cubicBezTo>
                  <a:cubicBezTo>
                    <a:pt x="636" y="1359"/>
                    <a:pt x="648" y="1376"/>
                    <a:pt x="645" y="1394"/>
                  </a:cubicBezTo>
                  <a:cubicBezTo>
                    <a:pt x="643" y="1410"/>
                    <a:pt x="629" y="1422"/>
                    <a:pt x="612" y="142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g31ed28cfa71_0_465"/>
            <p:cNvSpPr/>
            <p:nvPr/>
          </p:nvSpPr>
          <p:spPr>
            <a:xfrm>
              <a:off x="7186613" y="4884738"/>
              <a:ext cx="65088" cy="65088"/>
            </a:xfrm>
            <a:custGeom>
              <a:rect b="b" l="l" r="r" t="t"/>
              <a:pathLst>
                <a:path extrusionOk="0" h="139" w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7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9" y="31"/>
                    <a:pt x="139" y="69"/>
                  </a:cubicBezTo>
                  <a:cubicBezTo>
                    <a:pt x="139" y="107"/>
                    <a:pt x="107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g31ed28cfa71_0_465"/>
            <p:cNvSpPr/>
            <p:nvPr/>
          </p:nvSpPr>
          <p:spPr>
            <a:xfrm>
              <a:off x="7286625" y="4883150"/>
              <a:ext cx="65088" cy="65088"/>
            </a:xfrm>
            <a:custGeom>
              <a:rect b="b" l="l" r="r" t="t"/>
              <a:pathLst>
                <a:path extrusionOk="0" h="139" w="138">
                  <a:moveTo>
                    <a:pt x="69" y="139"/>
                  </a:moveTo>
                  <a:lnTo>
                    <a:pt x="69" y="139"/>
                  </a:lnTo>
                  <a:cubicBezTo>
                    <a:pt x="30" y="139"/>
                    <a:pt x="0" y="108"/>
                    <a:pt x="0" y="69"/>
                  </a:cubicBezTo>
                  <a:cubicBezTo>
                    <a:pt x="0" y="31"/>
                    <a:pt x="30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ubicBezTo>
                    <a:pt x="138" y="108"/>
                    <a:pt x="107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05" name="Google Shape;505;g31ed28cfa71_0_465"/>
          <p:cNvGrpSpPr/>
          <p:nvPr/>
        </p:nvGrpSpPr>
        <p:grpSpPr>
          <a:xfrm>
            <a:off x="3308914" y="1240642"/>
            <a:ext cx="449640" cy="469572"/>
            <a:chOff x="2314576" y="708026"/>
            <a:chExt cx="414338" cy="523900"/>
          </a:xfrm>
        </p:grpSpPr>
        <p:sp>
          <p:nvSpPr>
            <p:cNvPr id="506" name="Google Shape;506;g31ed28cfa71_0_465"/>
            <p:cNvSpPr/>
            <p:nvPr/>
          </p:nvSpPr>
          <p:spPr>
            <a:xfrm>
              <a:off x="2535238" y="1177926"/>
              <a:ext cx="54000" cy="54000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g31ed28cfa71_0_465"/>
            <p:cNvSpPr/>
            <p:nvPr/>
          </p:nvSpPr>
          <p:spPr>
            <a:xfrm>
              <a:off x="2454276" y="1177926"/>
              <a:ext cx="52500" cy="54000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g31ed28cfa71_0_465"/>
            <p:cNvSpPr/>
            <p:nvPr/>
          </p:nvSpPr>
          <p:spPr>
            <a:xfrm>
              <a:off x="2314576" y="708026"/>
              <a:ext cx="414338" cy="206375"/>
            </a:xfrm>
            <a:custGeom>
              <a:rect b="b" l="l" r="r" t="t"/>
              <a:pathLst>
                <a:path extrusionOk="0" h="154" w="309">
                  <a:moveTo>
                    <a:pt x="154" y="154"/>
                  </a:moveTo>
                  <a:cubicBezTo>
                    <a:pt x="68" y="154"/>
                    <a:pt x="0" y="120"/>
                    <a:pt x="0" y="77"/>
                  </a:cubicBezTo>
                  <a:cubicBezTo>
                    <a:pt x="0" y="34"/>
                    <a:pt x="68" y="0"/>
                    <a:pt x="154" y="0"/>
                  </a:cubicBezTo>
                  <a:cubicBezTo>
                    <a:pt x="241" y="0"/>
                    <a:pt x="309" y="34"/>
                    <a:pt x="309" y="77"/>
                  </a:cubicBezTo>
                  <a:cubicBezTo>
                    <a:pt x="309" y="120"/>
                    <a:pt x="241" y="154"/>
                    <a:pt x="154" y="154"/>
                  </a:cubicBezTo>
                  <a:close/>
                  <a:moveTo>
                    <a:pt x="154" y="18"/>
                  </a:moveTo>
                  <a:cubicBezTo>
                    <a:pt x="73" y="18"/>
                    <a:pt x="18" y="48"/>
                    <a:pt x="18" y="77"/>
                  </a:cubicBezTo>
                  <a:cubicBezTo>
                    <a:pt x="18" y="105"/>
                    <a:pt x="73" y="136"/>
                    <a:pt x="154" y="136"/>
                  </a:cubicBezTo>
                  <a:cubicBezTo>
                    <a:pt x="236" y="136"/>
                    <a:pt x="291" y="105"/>
                    <a:pt x="291" y="77"/>
                  </a:cubicBezTo>
                  <a:cubicBezTo>
                    <a:pt x="291" y="48"/>
                    <a:pt x="236" y="18"/>
                    <a:pt x="154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g31ed28cfa71_0_465"/>
            <p:cNvSpPr/>
            <p:nvPr/>
          </p:nvSpPr>
          <p:spPr>
            <a:xfrm>
              <a:off x="2314576" y="912813"/>
              <a:ext cx="414338" cy="101600"/>
            </a:xfrm>
            <a:custGeom>
              <a:rect b="b" l="l" r="r" t="t"/>
              <a:pathLst>
                <a:path extrusionOk="0" h="76" w="309">
                  <a:moveTo>
                    <a:pt x="154" y="76"/>
                  </a:moveTo>
                  <a:cubicBezTo>
                    <a:pt x="68" y="76"/>
                    <a:pt x="0" y="43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8"/>
                    <a:pt x="73" y="58"/>
                    <a:pt x="154" y="58"/>
                  </a:cubicBezTo>
                  <a:cubicBezTo>
                    <a:pt x="236" y="58"/>
                    <a:pt x="291" y="28"/>
                    <a:pt x="291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9" y="43"/>
                    <a:pt x="241" y="76"/>
                    <a:pt x="154" y="76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g31ed28cfa71_0_465"/>
            <p:cNvSpPr/>
            <p:nvPr/>
          </p:nvSpPr>
          <p:spPr>
            <a:xfrm>
              <a:off x="2314576" y="1012826"/>
              <a:ext cx="414338" cy="104775"/>
            </a:xfrm>
            <a:custGeom>
              <a:rect b="b" l="l" r="r" t="t"/>
              <a:pathLst>
                <a:path extrusionOk="0" h="77" w="309">
                  <a:moveTo>
                    <a:pt x="154" y="77"/>
                  </a:moveTo>
                  <a:cubicBezTo>
                    <a:pt x="68" y="77"/>
                    <a:pt x="0" y="44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9"/>
                    <a:pt x="73" y="59"/>
                    <a:pt x="154" y="59"/>
                  </a:cubicBezTo>
                  <a:cubicBezTo>
                    <a:pt x="236" y="59"/>
                    <a:pt x="291" y="29"/>
                    <a:pt x="291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9" y="44"/>
                    <a:pt x="241" y="77"/>
                    <a:pt x="154" y="7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1" name="Google Shape;511;g31ed28cfa71_0_465"/>
            <p:cNvSpPr/>
            <p:nvPr/>
          </p:nvSpPr>
          <p:spPr>
            <a:xfrm>
              <a:off x="2314576" y="1116013"/>
              <a:ext cx="168275" cy="101600"/>
            </a:xfrm>
            <a:custGeom>
              <a:rect b="b" l="l" r="r" t="t"/>
              <a:pathLst>
                <a:path extrusionOk="0" h="76" w="126">
                  <a:moveTo>
                    <a:pt x="124" y="76"/>
                  </a:moveTo>
                  <a:cubicBezTo>
                    <a:pt x="51" y="69"/>
                    <a:pt x="0" y="38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7"/>
                    <a:pt x="64" y="52"/>
                    <a:pt x="126" y="58"/>
                  </a:cubicBezTo>
                  <a:lnTo>
                    <a:pt x="124" y="76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g31ed28cfa71_0_465"/>
            <p:cNvSpPr/>
            <p:nvPr/>
          </p:nvSpPr>
          <p:spPr>
            <a:xfrm>
              <a:off x="2563813" y="1116013"/>
              <a:ext cx="165100" cy="100013"/>
            </a:xfrm>
            <a:custGeom>
              <a:rect b="b" l="l" r="r" t="t"/>
              <a:pathLst>
                <a:path extrusionOk="0" h="75" w="123">
                  <a:moveTo>
                    <a:pt x="2" y="75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60" y="51"/>
                    <a:pt x="105" y="27"/>
                    <a:pt x="105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37"/>
                    <a:pt x="73" y="68"/>
                    <a:pt x="2" y="7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g31ed28cfa71_0_465"/>
            <p:cNvSpPr/>
            <p:nvPr/>
          </p:nvSpPr>
          <p:spPr>
            <a:xfrm>
              <a:off x="2314576" y="811213"/>
              <a:ext cx="23700" cy="309600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g31ed28cfa71_0_465"/>
            <p:cNvSpPr/>
            <p:nvPr/>
          </p:nvSpPr>
          <p:spPr>
            <a:xfrm>
              <a:off x="2705101" y="811213"/>
              <a:ext cx="23700" cy="309600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txBody>
            <a:bodyPr anchorCtr="0" anchor="t" bIns="38375" lIns="76775" spcFirstLastPara="1" rIns="76775" wrap="square" tIns="38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15" name="Google Shape;515;g31ed28cfa71_0_465"/>
          <p:cNvCxnSpPr/>
          <p:nvPr/>
        </p:nvCxnSpPr>
        <p:spPr>
          <a:xfrm flipH="1" rot="10800000">
            <a:off x="1219935" y="1326647"/>
            <a:ext cx="1809900" cy="53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16" name="Google Shape;516;g31ed28cfa71_0_465"/>
          <p:cNvGrpSpPr/>
          <p:nvPr/>
        </p:nvGrpSpPr>
        <p:grpSpPr>
          <a:xfrm>
            <a:off x="3350034" y="1883312"/>
            <a:ext cx="400948" cy="347091"/>
            <a:chOff x="8218488" y="2028825"/>
            <a:chExt cx="622301" cy="635001"/>
          </a:xfrm>
        </p:grpSpPr>
        <p:sp>
          <p:nvSpPr>
            <p:cNvPr id="517" name="Google Shape;517;g31ed28cfa71_0_465"/>
            <p:cNvSpPr/>
            <p:nvPr/>
          </p:nvSpPr>
          <p:spPr>
            <a:xfrm>
              <a:off x="8218488" y="2028825"/>
              <a:ext cx="622301" cy="635001"/>
            </a:xfrm>
            <a:custGeom>
              <a:rect b="b" l="l" r="r" t="t"/>
              <a:pathLst>
                <a:path extrusionOk="0" h="1457" w="1429">
                  <a:moveTo>
                    <a:pt x="1429" y="714"/>
                  </a:moveTo>
                  <a:lnTo>
                    <a:pt x="1429" y="714"/>
                  </a:lnTo>
                  <a:cubicBezTo>
                    <a:pt x="1429" y="320"/>
                    <a:pt x="1109" y="0"/>
                    <a:pt x="715" y="0"/>
                  </a:cubicBezTo>
                  <a:cubicBezTo>
                    <a:pt x="320" y="0"/>
                    <a:pt x="0" y="320"/>
                    <a:pt x="0" y="714"/>
                  </a:cubicBezTo>
                  <a:cubicBezTo>
                    <a:pt x="0" y="1043"/>
                    <a:pt x="229" y="1330"/>
                    <a:pt x="543" y="1408"/>
                  </a:cubicBezTo>
                  <a:cubicBezTo>
                    <a:pt x="551" y="1436"/>
                    <a:pt x="577" y="1457"/>
                    <a:pt x="609" y="1457"/>
                  </a:cubicBezTo>
                  <a:cubicBezTo>
                    <a:pt x="647" y="1457"/>
                    <a:pt x="678" y="1426"/>
                    <a:pt x="678" y="1388"/>
                  </a:cubicBezTo>
                  <a:cubicBezTo>
                    <a:pt x="678" y="1350"/>
                    <a:pt x="647" y="1319"/>
                    <a:pt x="609" y="1319"/>
                  </a:cubicBezTo>
                  <a:cubicBezTo>
                    <a:pt x="588" y="1319"/>
                    <a:pt x="570" y="1328"/>
                    <a:pt x="557" y="1343"/>
                  </a:cubicBezTo>
                  <a:cubicBezTo>
                    <a:pt x="273" y="1271"/>
                    <a:pt x="66" y="1011"/>
                    <a:pt x="66" y="714"/>
                  </a:cubicBezTo>
                  <a:cubicBezTo>
                    <a:pt x="66" y="357"/>
                    <a:pt x="357" y="66"/>
                    <a:pt x="715" y="66"/>
                  </a:cubicBezTo>
                  <a:cubicBezTo>
                    <a:pt x="1072" y="66"/>
                    <a:pt x="1363" y="357"/>
                    <a:pt x="1363" y="714"/>
                  </a:cubicBezTo>
                  <a:cubicBezTo>
                    <a:pt x="1363" y="1010"/>
                    <a:pt x="1157" y="1270"/>
                    <a:pt x="875" y="1342"/>
                  </a:cubicBezTo>
                  <a:cubicBezTo>
                    <a:pt x="862" y="1327"/>
                    <a:pt x="844" y="1318"/>
                    <a:pt x="823" y="1318"/>
                  </a:cubicBezTo>
                  <a:cubicBezTo>
                    <a:pt x="784" y="1318"/>
                    <a:pt x="753" y="1349"/>
                    <a:pt x="753" y="1387"/>
                  </a:cubicBezTo>
                  <a:cubicBezTo>
                    <a:pt x="753" y="1425"/>
                    <a:pt x="784" y="1457"/>
                    <a:pt x="823" y="1457"/>
                  </a:cubicBezTo>
                  <a:cubicBezTo>
                    <a:pt x="854" y="1457"/>
                    <a:pt x="881" y="1436"/>
                    <a:pt x="889" y="1407"/>
                  </a:cubicBezTo>
                  <a:cubicBezTo>
                    <a:pt x="1201" y="1328"/>
                    <a:pt x="1429" y="1042"/>
                    <a:pt x="1429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g31ed28cfa71_0_465"/>
            <p:cNvSpPr/>
            <p:nvPr/>
          </p:nvSpPr>
          <p:spPr>
            <a:xfrm>
              <a:off x="8315325" y="2127250"/>
              <a:ext cx="447676" cy="390526"/>
            </a:xfrm>
            <a:custGeom>
              <a:rect b="b" l="l" r="r" t="t"/>
              <a:pathLst>
                <a:path extrusionOk="0" h="894" w="1028">
                  <a:moveTo>
                    <a:pt x="630" y="457"/>
                  </a:moveTo>
                  <a:lnTo>
                    <a:pt x="630" y="457"/>
                  </a:lnTo>
                  <a:cubicBezTo>
                    <a:pt x="630" y="530"/>
                    <a:pt x="573" y="589"/>
                    <a:pt x="502" y="589"/>
                  </a:cubicBezTo>
                  <a:cubicBezTo>
                    <a:pt x="431" y="589"/>
                    <a:pt x="374" y="530"/>
                    <a:pt x="374" y="457"/>
                  </a:cubicBezTo>
                  <a:cubicBezTo>
                    <a:pt x="374" y="384"/>
                    <a:pt x="431" y="325"/>
                    <a:pt x="502" y="325"/>
                  </a:cubicBezTo>
                  <a:cubicBezTo>
                    <a:pt x="573" y="325"/>
                    <a:pt x="630" y="384"/>
                    <a:pt x="630" y="457"/>
                  </a:cubicBezTo>
                  <a:close/>
                  <a:moveTo>
                    <a:pt x="126" y="785"/>
                  </a:moveTo>
                  <a:lnTo>
                    <a:pt x="126" y="785"/>
                  </a:lnTo>
                  <a:cubicBezTo>
                    <a:pt x="93" y="785"/>
                    <a:pt x="67" y="758"/>
                    <a:pt x="67" y="725"/>
                  </a:cubicBezTo>
                  <a:cubicBezTo>
                    <a:pt x="67" y="693"/>
                    <a:pt x="93" y="666"/>
                    <a:pt x="126" y="666"/>
                  </a:cubicBezTo>
                  <a:cubicBezTo>
                    <a:pt x="159" y="666"/>
                    <a:pt x="185" y="693"/>
                    <a:pt x="185" y="725"/>
                  </a:cubicBezTo>
                  <a:cubicBezTo>
                    <a:pt x="185" y="758"/>
                    <a:pt x="159" y="785"/>
                    <a:pt x="126" y="785"/>
                  </a:cubicBezTo>
                  <a:close/>
                  <a:moveTo>
                    <a:pt x="749" y="67"/>
                  </a:moveTo>
                  <a:lnTo>
                    <a:pt x="749" y="67"/>
                  </a:lnTo>
                  <a:cubicBezTo>
                    <a:pt x="785" y="67"/>
                    <a:pt x="814" y="96"/>
                    <a:pt x="814" y="131"/>
                  </a:cubicBezTo>
                  <a:cubicBezTo>
                    <a:pt x="814" y="167"/>
                    <a:pt x="785" y="196"/>
                    <a:pt x="749" y="196"/>
                  </a:cubicBezTo>
                  <a:cubicBezTo>
                    <a:pt x="714" y="196"/>
                    <a:pt x="685" y="167"/>
                    <a:pt x="685" y="131"/>
                  </a:cubicBezTo>
                  <a:cubicBezTo>
                    <a:pt x="685" y="96"/>
                    <a:pt x="714" y="67"/>
                    <a:pt x="749" y="67"/>
                  </a:cubicBezTo>
                  <a:close/>
                  <a:moveTo>
                    <a:pt x="502" y="655"/>
                  </a:moveTo>
                  <a:lnTo>
                    <a:pt x="502" y="655"/>
                  </a:lnTo>
                  <a:cubicBezTo>
                    <a:pt x="523" y="655"/>
                    <a:pt x="544" y="652"/>
                    <a:pt x="563" y="645"/>
                  </a:cubicBezTo>
                  <a:lnTo>
                    <a:pt x="624" y="764"/>
                  </a:lnTo>
                  <a:cubicBezTo>
                    <a:pt x="610" y="778"/>
                    <a:pt x="602" y="797"/>
                    <a:pt x="602" y="818"/>
                  </a:cubicBezTo>
                  <a:cubicBezTo>
                    <a:pt x="602" y="860"/>
                    <a:pt x="636" y="894"/>
                    <a:pt x="678" y="894"/>
                  </a:cubicBezTo>
                  <a:cubicBezTo>
                    <a:pt x="720" y="894"/>
                    <a:pt x="754" y="860"/>
                    <a:pt x="754" y="818"/>
                  </a:cubicBezTo>
                  <a:cubicBezTo>
                    <a:pt x="754" y="776"/>
                    <a:pt x="720" y="742"/>
                    <a:pt x="678" y="742"/>
                  </a:cubicBezTo>
                  <a:cubicBezTo>
                    <a:pt x="671" y="742"/>
                    <a:pt x="665" y="743"/>
                    <a:pt x="659" y="745"/>
                  </a:cubicBezTo>
                  <a:lnTo>
                    <a:pt x="599" y="629"/>
                  </a:lnTo>
                  <a:cubicBezTo>
                    <a:pt x="636" y="607"/>
                    <a:pt x="666" y="573"/>
                    <a:pt x="682" y="532"/>
                  </a:cubicBezTo>
                  <a:lnTo>
                    <a:pt x="831" y="545"/>
                  </a:lnTo>
                  <a:cubicBezTo>
                    <a:pt x="837" y="593"/>
                    <a:pt x="879" y="631"/>
                    <a:pt x="929" y="631"/>
                  </a:cubicBezTo>
                  <a:cubicBezTo>
                    <a:pt x="983" y="631"/>
                    <a:pt x="1028" y="587"/>
                    <a:pt x="1028" y="533"/>
                  </a:cubicBezTo>
                  <a:cubicBezTo>
                    <a:pt x="1028" y="478"/>
                    <a:pt x="983" y="434"/>
                    <a:pt x="929" y="434"/>
                  </a:cubicBezTo>
                  <a:cubicBezTo>
                    <a:pt x="884" y="434"/>
                    <a:pt x="847" y="464"/>
                    <a:pt x="835" y="505"/>
                  </a:cubicBezTo>
                  <a:lnTo>
                    <a:pt x="693" y="493"/>
                  </a:lnTo>
                  <a:cubicBezTo>
                    <a:pt x="695" y="481"/>
                    <a:pt x="697" y="469"/>
                    <a:pt x="697" y="457"/>
                  </a:cubicBezTo>
                  <a:cubicBezTo>
                    <a:pt x="697" y="396"/>
                    <a:pt x="670" y="342"/>
                    <a:pt x="627" y="305"/>
                  </a:cubicBezTo>
                  <a:lnTo>
                    <a:pt x="678" y="241"/>
                  </a:lnTo>
                  <a:cubicBezTo>
                    <a:pt x="699" y="255"/>
                    <a:pt x="723" y="263"/>
                    <a:pt x="749" y="263"/>
                  </a:cubicBezTo>
                  <a:cubicBezTo>
                    <a:pt x="822" y="263"/>
                    <a:pt x="881" y="204"/>
                    <a:pt x="881" y="131"/>
                  </a:cubicBezTo>
                  <a:cubicBezTo>
                    <a:pt x="881" y="59"/>
                    <a:pt x="822" y="0"/>
                    <a:pt x="749" y="0"/>
                  </a:cubicBezTo>
                  <a:cubicBezTo>
                    <a:pt x="677" y="0"/>
                    <a:pt x="618" y="59"/>
                    <a:pt x="618" y="131"/>
                  </a:cubicBezTo>
                  <a:cubicBezTo>
                    <a:pt x="618" y="163"/>
                    <a:pt x="629" y="192"/>
                    <a:pt x="648" y="215"/>
                  </a:cubicBezTo>
                  <a:lnTo>
                    <a:pt x="594" y="282"/>
                  </a:lnTo>
                  <a:cubicBezTo>
                    <a:pt x="567" y="267"/>
                    <a:pt x="535" y="258"/>
                    <a:pt x="502" y="258"/>
                  </a:cubicBezTo>
                  <a:cubicBezTo>
                    <a:pt x="459" y="258"/>
                    <a:pt x="419" y="273"/>
                    <a:pt x="387" y="297"/>
                  </a:cubicBezTo>
                  <a:lnTo>
                    <a:pt x="290" y="184"/>
                  </a:lnTo>
                  <a:cubicBezTo>
                    <a:pt x="301" y="170"/>
                    <a:pt x="308" y="153"/>
                    <a:pt x="308" y="134"/>
                  </a:cubicBezTo>
                  <a:cubicBezTo>
                    <a:pt x="308" y="91"/>
                    <a:pt x="274" y="57"/>
                    <a:pt x="231" y="57"/>
                  </a:cubicBezTo>
                  <a:cubicBezTo>
                    <a:pt x="189" y="57"/>
                    <a:pt x="154" y="91"/>
                    <a:pt x="154" y="134"/>
                  </a:cubicBezTo>
                  <a:cubicBezTo>
                    <a:pt x="154" y="176"/>
                    <a:pt x="189" y="211"/>
                    <a:pt x="231" y="211"/>
                  </a:cubicBezTo>
                  <a:cubicBezTo>
                    <a:pt x="240" y="211"/>
                    <a:pt x="249" y="209"/>
                    <a:pt x="257" y="206"/>
                  </a:cubicBezTo>
                  <a:lnTo>
                    <a:pt x="357" y="324"/>
                  </a:lnTo>
                  <a:cubicBezTo>
                    <a:pt x="326" y="359"/>
                    <a:pt x="307" y="406"/>
                    <a:pt x="307" y="457"/>
                  </a:cubicBezTo>
                  <a:cubicBezTo>
                    <a:pt x="307" y="498"/>
                    <a:pt x="320" y="536"/>
                    <a:pt x="341" y="568"/>
                  </a:cubicBezTo>
                  <a:lnTo>
                    <a:pt x="219" y="641"/>
                  </a:lnTo>
                  <a:cubicBezTo>
                    <a:pt x="196" y="615"/>
                    <a:pt x="163" y="599"/>
                    <a:pt x="126" y="599"/>
                  </a:cubicBezTo>
                  <a:cubicBezTo>
                    <a:pt x="57" y="599"/>
                    <a:pt x="0" y="656"/>
                    <a:pt x="0" y="725"/>
                  </a:cubicBezTo>
                  <a:cubicBezTo>
                    <a:pt x="0" y="795"/>
                    <a:pt x="57" y="851"/>
                    <a:pt x="126" y="851"/>
                  </a:cubicBezTo>
                  <a:cubicBezTo>
                    <a:pt x="196" y="851"/>
                    <a:pt x="252" y="795"/>
                    <a:pt x="252" y="725"/>
                  </a:cubicBezTo>
                  <a:cubicBezTo>
                    <a:pt x="252" y="707"/>
                    <a:pt x="248" y="690"/>
                    <a:pt x="241" y="674"/>
                  </a:cubicBezTo>
                  <a:lnTo>
                    <a:pt x="366" y="599"/>
                  </a:lnTo>
                  <a:cubicBezTo>
                    <a:pt x="401" y="634"/>
                    <a:pt x="449" y="655"/>
                    <a:pt x="502" y="6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9" name="Google Shape;519;g31ed28cfa71_0_465"/>
          <p:cNvGrpSpPr/>
          <p:nvPr/>
        </p:nvGrpSpPr>
        <p:grpSpPr>
          <a:xfrm>
            <a:off x="1792864" y="1920445"/>
            <a:ext cx="400948" cy="347091"/>
            <a:chOff x="8218488" y="2028825"/>
            <a:chExt cx="622301" cy="635001"/>
          </a:xfrm>
        </p:grpSpPr>
        <p:sp>
          <p:nvSpPr>
            <p:cNvPr id="520" name="Google Shape;520;g31ed28cfa71_0_465"/>
            <p:cNvSpPr/>
            <p:nvPr/>
          </p:nvSpPr>
          <p:spPr>
            <a:xfrm>
              <a:off x="8218488" y="2028825"/>
              <a:ext cx="622301" cy="635001"/>
            </a:xfrm>
            <a:custGeom>
              <a:rect b="b" l="l" r="r" t="t"/>
              <a:pathLst>
                <a:path extrusionOk="0" h="1457" w="1429">
                  <a:moveTo>
                    <a:pt x="1429" y="714"/>
                  </a:moveTo>
                  <a:lnTo>
                    <a:pt x="1429" y="714"/>
                  </a:lnTo>
                  <a:cubicBezTo>
                    <a:pt x="1429" y="320"/>
                    <a:pt x="1109" y="0"/>
                    <a:pt x="715" y="0"/>
                  </a:cubicBezTo>
                  <a:cubicBezTo>
                    <a:pt x="320" y="0"/>
                    <a:pt x="0" y="320"/>
                    <a:pt x="0" y="714"/>
                  </a:cubicBezTo>
                  <a:cubicBezTo>
                    <a:pt x="0" y="1043"/>
                    <a:pt x="229" y="1330"/>
                    <a:pt x="543" y="1408"/>
                  </a:cubicBezTo>
                  <a:cubicBezTo>
                    <a:pt x="551" y="1436"/>
                    <a:pt x="577" y="1457"/>
                    <a:pt x="609" y="1457"/>
                  </a:cubicBezTo>
                  <a:cubicBezTo>
                    <a:pt x="647" y="1457"/>
                    <a:pt x="678" y="1426"/>
                    <a:pt x="678" y="1388"/>
                  </a:cubicBezTo>
                  <a:cubicBezTo>
                    <a:pt x="678" y="1350"/>
                    <a:pt x="647" y="1319"/>
                    <a:pt x="609" y="1319"/>
                  </a:cubicBezTo>
                  <a:cubicBezTo>
                    <a:pt x="588" y="1319"/>
                    <a:pt x="570" y="1328"/>
                    <a:pt x="557" y="1343"/>
                  </a:cubicBezTo>
                  <a:cubicBezTo>
                    <a:pt x="273" y="1271"/>
                    <a:pt x="66" y="1011"/>
                    <a:pt x="66" y="714"/>
                  </a:cubicBezTo>
                  <a:cubicBezTo>
                    <a:pt x="66" y="357"/>
                    <a:pt x="357" y="66"/>
                    <a:pt x="715" y="66"/>
                  </a:cubicBezTo>
                  <a:cubicBezTo>
                    <a:pt x="1072" y="66"/>
                    <a:pt x="1363" y="357"/>
                    <a:pt x="1363" y="714"/>
                  </a:cubicBezTo>
                  <a:cubicBezTo>
                    <a:pt x="1363" y="1010"/>
                    <a:pt x="1157" y="1270"/>
                    <a:pt x="875" y="1342"/>
                  </a:cubicBezTo>
                  <a:cubicBezTo>
                    <a:pt x="862" y="1327"/>
                    <a:pt x="844" y="1318"/>
                    <a:pt x="823" y="1318"/>
                  </a:cubicBezTo>
                  <a:cubicBezTo>
                    <a:pt x="784" y="1318"/>
                    <a:pt x="753" y="1349"/>
                    <a:pt x="753" y="1387"/>
                  </a:cubicBezTo>
                  <a:cubicBezTo>
                    <a:pt x="753" y="1425"/>
                    <a:pt x="784" y="1457"/>
                    <a:pt x="823" y="1457"/>
                  </a:cubicBezTo>
                  <a:cubicBezTo>
                    <a:pt x="854" y="1457"/>
                    <a:pt x="881" y="1436"/>
                    <a:pt x="889" y="1407"/>
                  </a:cubicBezTo>
                  <a:cubicBezTo>
                    <a:pt x="1201" y="1328"/>
                    <a:pt x="1429" y="1042"/>
                    <a:pt x="1429" y="71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g31ed28cfa71_0_465"/>
            <p:cNvSpPr/>
            <p:nvPr/>
          </p:nvSpPr>
          <p:spPr>
            <a:xfrm>
              <a:off x="8315325" y="2127250"/>
              <a:ext cx="447676" cy="390526"/>
            </a:xfrm>
            <a:custGeom>
              <a:rect b="b" l="l" r="r" t="t"/>
              <a:pathLst>
                <a:path extrusionOk="0" h="894" w="1028">
                  <a:moveTo>
                    <a:pt x="630" y="457"/>
                  </a:moveTo>
                  <a:lnTo>
                    <a:pt x="630" y="457"/>
                  </a:lnTo>
                  <a:cubicBezTo>
                    <a:pt x="630" y="530"/>
                    <a:pt x="573" y="589"/>
                    <a:pt x="502" y="589"/>
                  </a:cubicBezTo>
                  <a:cubicBezTo>
                    <a:pt x="431" y="589"/>
                    <a:pt x="374" y="530"/>
                    <a:pt x="374" y="457"/>
                  </a:cubicBezTo>
                  <a:cubicBezTo>
                    <a:pt x="374" y="384"/>
                    <a:pt x="431" y="325"/>
                    <a:pt x="502" y="325"/>
                  </a:cubicBezTo>
                  <a:cubicBezTo>
                    <a:pt x="573" y="325"/>
                    <a:pt x="630" y="384"/>
                    <a:pt x="630" y="457"/>
                  </a:cubicBezTo>
                  <a:close/>
                  <a:moveTo>
                    <a:pt x="126" y="785"/>
                  </a:moveTo>
                  <a:lnTo>
                    <a:pt x="126" y="785"/>
                  </a:lnTo>
                  <a:cubicBezTo>
                    <a:pt x="93" y="785"/>
                    <a:pt x="67" y="758"/>
                    <a:pt x="67" y="725"/>
                  </a:cubicBezTo>
                  <a:cubicBezTo>
                    <a:pt x="67" y="693"/>
                    <a:pt x="93" y="666"/>
                    <a:pt x="126" y="666"/>
                  </a:cubicBezTo>
                  <a:cubicBezTo>
                    <a:pt x="159" y="666"/>
                    <a:pt x="185" y="693"/>
                    <a:pt x="185" y="725"/>
                  </a:cubicBezTo>
                  <a:cubicBezTo>
                    <a:pt x="185" y="758"/>
                    <a:pt x="159" y="785"/>
                    <a:pt x="126" y="785"/>
                  </a:cubicBezTo>
                  <a:close/>
                  <a:moveTo>
                    <a:pt x="749" y="67"/>
                  </a:moveTo>
                  <a:lnTo>
                    <a:pt x="749" y="67"/>
                  </a:lnTo>
                  <a:cubicBezTo>
                    <a:pt x="785" y="67"/>
                    <a:pt x="814" y="96"/>
                    <a:pt x="814" y="131"/>
                  </a:cubicBezTo>
                  <a:cubicBezTo>
                    <a:pt x="814" y="167"/>
                    <a:pt x="785" y="196"/>
                    <a:pt x="749" y="196"/>
                  </a:cubicBezTo>
                  <a:cubicBezTo>
                    <a:pt x="714" y="196"/>
                    <a:pt x="685" y="167"/>
                    <a:pt x="685" y="131"/>
                  </a:cubicBezTo>
                  <a:cubicBezTo>
                    <a:pt x="685" y="96"/>
                    <a:pt x="714" y="67"/>
                    <a:pt x="749" y="67"/>
                  </a:cubicBezTo>
                  <a:close/>
                  <a:moveTo>
                    <a:pt x="502" y="655"/>
                  </a:moveTo>
                  <a:lnTo>
                    <a:pt x="502" y="655"/>
                  </a:lnTo>
                  <a:cubicBezTo>
                    <a:pt x="523" y="655"/>
                    <a:pt x="544" y="652"/>
                    <a:pt x="563" y="645"/>
                  </a:cubicBezTo>
                  <a:lnTo>
                    <a:pt x="624" y="764"/>
                  </a:lnTo>
                  <a:cubicBezTo>
                    <a:pt x="610" y="778"/>
                    <a:pt x="602" y="797"/>
                    <a:pt x="602" y="818"/>
                  </a:cubicBezTo>
                  <a:cubicBezTo>
                    <a:pt x="602" y="860"/>
                    <a:pt x="636" y="894"/>
                    <a:pt x="678" y="894"/>
                  </a:cubicBezTo>
                  <a:cubicBezTo>
                    <a:pt x="720" y="894"/>
                    <a:pt x="754" y="860"/>
                    <a:pt x="754" y="818"/>
                  </a:cubicBezTo>
                  <a:cubicBezTo>
                    <a:pt x="754" y="776"/>
                    <a:pt x="720" y="742"/>
                    <a:pt x="678" y="742"/>
                  </a:cubicBezTo>
                  <a:cubicBezTo>
                    <a:pt x="671" y="742"/>
                    <a:pt x="665" y="743"/>
                    <a:pt x="659" y="745"/>
                  </a:cubicBezTo>
                  <a:lnTo>
                    <a:pt x="599" y="629"/>
                  </a:lnTo>
                  <a:cubicBezTo>
                    <a:pt x="636" y="607"/>
                    <a:pt x="666" y="573"/>
                    <a:pt x="682" y="532"/>
                  </a:cubicBezTo>
                  <a:lnTo>
                    <a:pt x="831" y="545"/>
                  </a:lnTo>
                  <a:cubicBezTo>
                    <a:pt x="837" y="593"/>
                    <a:pt x="879" y="631"/>
                    <a:pt x="929" y="631"/>
                  </a:cubicBezTo>
                  <a:cubicBezTo>
                    <a:pt x="983" y="631"/>
                    <a:pt x="1028" y="587"/>
                    <a:pt x="1028" y="533"/>
                  </a:cubicBezTo>
                  <a:cubicBezTo>
                    <a:pt x="1028" y="478"/>
                    <a:pt x="983" y="434"/>
                    <a:pt x="929" y="434"/>
                  </a:cubicBezTo>
                  <a:cubicBezTo>
                    <a:pt x="884" y="434"/>
                    <a:pt x="847" y="464"/>
                    <a:pt x="835" y="505"/>
                  </a:cubicBezTo>
                  <a:lnTo>
                    <a:pt x="693" y="493"/>
                  </a:lnTo>
                  <a:cubicBezTo>
                    <a:pt x="695" y="481"/>
                    <a:pt x="697" y="469"/>
                    <a:pt x="697" y="457"/>
                  </a:cubicBezTo>
                  <a:cubicBezTo>
                    <a:pt x="697" y="396"/>
                    <a:pt x="670" y="342"/>
                    <a:pt x="627" y="305"/>
                  </a:cubicBezTo>
                  <a:lnTo>
                    <a:pt x="678" y="241"/>
                  </a:lnTo>
                  <a:cubicBezTo>
                    <a:pt x="699" y="255"/>
                    <a:pt x="723" y="263"/>
                    <a:pt x="749" y="263"/>
                  </a:cubicBezTo>
                  <a:cubicBezTo>
                    <a:pt x="822" y="263"/>
                    <a:pt x="881" y="204"/>
                    <a:pt x="881" y="131"/>
                  </a:cubicBezTo>
                  <a:cubicBezTo>
                    <a:pt x="881" y="59"/>
                    <a:pt x="822" y="0"/>
                    <a:pt x="749" y="0"/>
                  </a:cubicBezTo>
                  <a:cubicBezTo>
                    <a:pt x="677" y="0"/>
                    <a:pt x="618" y="59"/>
                    <a:pt x="618" y="131"/>
                  </a:cubicBezTo>
                  <a:cubicBezTo>
                    <a:pt x="618" y="163"/>
                    <a:pt x="629" y="192"/>
                    <a:pt x="648" y="215"/>
                  </a:cubicBezTo>
                  <a:lnTo>
                    <a:pt x="594" y="282"/>
                  </a:lnTo>
                  <a:cubicBezTo>
                    <a:pt x="567" y="267"/>
                    <a:pt x="535" y="258"/>
                    <a:pt x="502" y="258"/>
                  </a:cubicBezTo>
                  <a:cubicBezTo>
                    <a:pt x="459" y="258"/>
                    <a:pt x="419" y="273"/>
                    <a:pt x="387" y="297"/>
                  </a:cubicBezTo>
                  <a:lnTo>
                    <a:pt x="290" y="184"/>
                  </a:lnTo>
                  <a:cubicBezTo>
                    <a:pt x="301" y="170"/>
                    <a:pt x="308" y="153"/>
                    <a:pt x="308" y="134"/>
                  </a:cubicBezTo>
                  <a:cubicBezTo>
                    <a:pt x="308" y="91"/>
                    <a:pt x="274" y="57"/>
                    <a:pt x="231" y="57"/>
                  </a:cubicBezTo>
                  <a:cubicBezTo>
                    <a:pt x="189" y="57"/>
                    <a:pt x="154" y="91"/>
                    <a:pt x="154" y="134"/>
                  </a:cubicBezTo>
                  <a:cubicBezTo>
                    <a:pt x="154" y="176"/>
                    <a:pt x="189" y="211"/>
                    <a:pt x="231" y="211"/>
                  </a:cubicBezTo>
                  <a:cubicBezTo>
                    <a:pt x="240" y="211"/>
                    <a:pt x="249" y="209"/>
                    <a:pt x="257" y="206"/>
                  </a:cubicBezTo>
                  <a:lnTo>
                    <a:pt x="357" y="324"/>
                  </a:lnTo>
                  <a:cubicBezTo>
                    <a:pt x="326" y="359"/>
                    <a:pt x="307" y="406"/>
                    <a:pt x="307" y="457"/>
                  </a:cubicBezTo>
                  <a:cubicBezTo>
                    <a:pt x="307" y="498"/>
                    <a:pt x="320" y="536"/>
                    <a:pt x="341" y="568"/>
                  </a:cubicBezTo>
                  <a:lnTo>
                    <a:pt x="219" y="641"/>
                  </a:lnTo>
                  <a:cubicBezTo>
                    <a:pt x="196" y="615"/>
                    <a:pt x="163" y="599"/>
                    <a:pt x="126" y="599"/>
                  </a:cubicBezTo>
                  <a:cubicBezTo>
                    <a:pt x="57" y="599"/>
                    <a:pt x="0" y="656"/>
                    <a:pt x="0" y="725"/>
                  </a:cubicBezTo>
                  <a:cubicBezTo>
                    <a:pt x="0" y="795"/>
                    <a:pt x="57" y="851"/>
                    <a:pt x="126" y="851"/>
                  </a:cubicBezTo>
                  <a:cubicBezTo>
                    <a:pt x="196" y="851"/>
                    <a:pt x="252" y="795"/>
                    <a:pt x="252" y="725"/>
                  </a:cubicBezTo>
                  <a:cubicBezTo>
                    <a:pt x="252" y="707"/>
                    <a:pt x="248" y="690"/>
                    <a:pt x="241" y="674"/>
                  </a:cubicBezTo>
                  <a:lnTo>
                    <a:pt x="366" y="599"/>
                  </a:lnTo>
                  <a:cubicBezTo>
                    <a:pt x="401" y="634"/>
                    <a:pt x="449" y="655"/>
                    <a:pt x="502" y="65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22" name="Google Shape;522;g31ed28cfa71_0_465"/>
          <p:cNvSpPr/>
          <p:nvPr/>
        </p:nvSpPr>
        <p:spPr>
          <a:xfrm>
            <a:off x="1024992" y="2717218"/>
            <a:ext cx="435000" cy="338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g31ed28cfa71_0_465"/>
          <p:cNvSpPr/>
          <p:nvPr/>
        </p:nvSpPr>
        <p:spPr>
          <a:xfrm>
            <a:off x="1130356" y="2802450"/>
            <a:ext cx="77100" cy="61500"/>
          </a:xfrm>
          <a:prstGeom prst="rect">
            <a:avLst/>
          </a:prstGeom>
          <a:solidFill>
            <a:srgbClr val="EA002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g31ed28cfa71_0_465"/>
          <p:cNvSpPr/>
          <p:nvPr/>
        </p:nvSpPr>
        <p:spPr>
          <a:xfrm>
            <a:off x="1275652" y="2800694"/>
            <a:ext cx="77100" cy="61500"/>
          </a:xfrm>
          <a:prstGeom prst="rect">
            <a:avLst/>
          </a:prstGeom>
          <a:solidFill>
            <a:srgbClr val="EA002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g31ed28cfa71_0_465"/>
          <p:cNvSpPr/>
          <p:nvPr/>
        </p:nvSpPr>
        <p:spPr>
          <a:xfrm>
            <a:off x="1130356" y="2907266"/>
            <a:ext cx="77100" cy="61500"/>
          </a:xfrm>
          <a:prstGeom prst="rect">
            <a:avLst/>
          </a:prstGeom>
          <a:solidFill>
            <a:srgbClr val="EA002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g31ed28cfa71_0_465"/>
          <p:cNvSpPr/>
          <p:nvPr/>
        </p:nvSpPr>
        <p:spPr>
          <a:xfrm>
            <a:off x="1275652" y="2904592"/>
            <a:ext cx="77100" cy="61500"/>
          </a:xfrm>
          <a:prstGeom prst="rect">
            <a:avLst/>
          </a:prstGeom>
          <a:solidFill>
            <a:srgbClr val="EA002F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g31ed28cfa71_0_465"/>
          <p:cNvSpPr/>
          <p:nvPr/>
        </p:nvSpPr>
        <p:spPr>
          <a:xfrm>
            <a:off x="1891626" y="2804587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g31ed28cfa71_0_465"/>
          <p:cNvSpPr/>
          <p:nvPr/>
        </p:nvSpPr>
        <p:spPr>
          <a:xfrm>
            <a:off x="2041493" y="2804587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g31ed28cfa71_0_465"/>
          <p:cNvSpPr/>
          <p:nvPr/>
        </p:nvSpPr>
        <p:spPr>
          <a:xfrm>
            <a:off x="1895130" y="2917186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31ed28cfa71_0_465"/>
          <p:cNvSpPr/>
          <p:nvPr/>
        </p:nvSpPr>
        <p:spPr>
          <a:xfrm>
            <a:off x="2044999" y="2917186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g31ed28cfa71_0_465"/>
          <p:cNvSpPr/>
          <p:nvPr/>
        </p:nvSpPr>
        <p:spPr>
          <a:xfrm>
            <a:off x="1809295" y="2735411"/>
            <a:ext cx="435000" cy="338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2" name="Google Shape;532;g31ed28cfa71_0_465"/>
          <p:cNvGrpSpPr/>
          <p:nvPr/>
        </p:nvGrpSpPr>
        <p:grpSpPr>
          <a:xfrm>
            <a:off x="4896338" y="2739463"/>
            <a:ext cx="435017" cy="338130"/>
            <a:chOff x="6651193" y="3248739"/>
            <a:chExt cx="602100" cy="487500"/>
          </a:xfrm>
        </p:grpSpPr>
        <p:sp>
          <p:nvSpPr>
            <p:cNvPr id="533" name="Google Shape;533;g31ed28cfa71_0_465"/>
            <p:cNvSpPr/>
            <p:nvPr/>
          </p:nvSpPr>
          <p:spPr>
            <a:xfrm>
              <a:off x="6997254" y="3505813"/>
              <a:ext cx="121800" cy="109500"/>
            </a:xfrm>
            <a:prstGeom prst="diamond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g31ed28cfa71_0_465"/>
            <p:cNvSpPr/>
            <p:nvPr/>
          </p:nvSpPr>
          <p:spPr>
            <a:xfrm>
              <a:off x="6809721" y="3375208"/>
              <a:ext cx="106800" cy="82500"/>
            </a:xfrm>
            <a:prstGeom prst="rect">
              <a:avLst/>
            </a:prstGeom>
            <a:solidFill>
              <a:srgbClr val="EA002F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g31ed28cfa71_0_465"/>
            <p:cNvSpPr/>
            <p:nvPr/>
          </p:nvSpPr>
          <p:spPr>
            <a:xfrm>
              <a:off x="6809721" y="3527291"/>
              <a:ext cx="106800" cy="82500"/>
            </a:xfrm>
            <a:prstGeom prst="rect">
              <a:avLst/>
            </a:prstGeom>
            <a:solidFill>
              <a:srgbClr val="EA002F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g31ed28cfa71_0_465"/>
            <p:cNvSpPr/>
            <p:nvPr/>
          </p:nvSpPr>
          <p:spPr>
            <a:xfrm>
              <a:off x="6993068" y="3368315"/>
              <a:ext cx="131100" cy="86700"/>
            </a:xfrm>
            <a:prstGeom prst="triangle">
              <a:avLst>
                <a:gd fmla="val 50000" name="adj"/>
              </a:avLst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g31ed28cfa71_0_465"/>
            <p:cNvSpPr/>
            <p:nvPr/>
          </p:nvSpPr>
          <p:spPr>
            <a:xfrm>
              <a:off x="6651193" y="3248739"/>
              <a:ext cx="602100" cy="487500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38" name="Google Shape;538;g31ed28cfa71_0_465"/>
          <p:cNvGrpSpPr/>
          <p:nvPr/>
        </p:nvGrpSpPr>
        <p:grpSpPr>
          <a:xfrm>
            <a:off x="4238285" y="2727153"/>
            <a:ext cx="435017" cy="338130"/>
            <a:chOff x="5870143" y="3241697"/>
            <a:chExt cx="602100" cy="487500"/>
          </a:xfrm>
        </p:grpSpPr>
        <p:sp>
          <p:nvSpPr>
            <p:cNvPr id="539" name="Google Shape;539;g31ed28cfa71_0_465"/>
            <p:cNvSpPr/>
            <p:nvPr/>
          </p:nvSpPr>
          <p:spPr>
            <a:xfrm>
              <a:off x="6019643" y="3530371"/>
              <a:ext cx="106800" cy="88800"/>
            </a:xfrm>
            <a:prstGeom prst="rect">
              <a:avLst/>
            </a:prstGeom>
            <a:solidFill>
              <a:srgbClr val="EA002F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g31ed28cfa71_0_465"/>
            <p:cNvSpPr/>
            <p:nvPr/>
          </p:nvSpPr>
          <p:spPr>
            <a:xfrm>
              <a:off x="6198875" y="3519281"/>
              <a:ext cx="131100" cy="93300"/>
            </a:xfrm>
            <a:prstGeom prst="triangle">
              <a:avLst>
                <a:gd fmla="val 50000" name="adj"/>
              </a:avLst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g31ed28cfa71_0_465"/>
            <p:cNvSpPr/>
            <p:nvPr/>
          </p:nvSpPr>
          <p:spPr>
            <a:xfrm>
              <a:off x="5870143" y="3241697"/>
              <a:ext cx="602100" cy="487500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42" name="Google Shape;542;g31ed28cfa71_0_465"/>
          <p:cNvSpPr/>
          <p:nvPr/>
        </p:nvSpPr>
        <p:spPr>
          <a:xfrm>
            <a:off x="5876297" y="2809085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g31ed28cfa71_0_465"/>
          <p:cNvSpPr/>
          <p:nvPr/>
        </p:nvSpPr>
        <p:spPr>
          <a:xfrm>
            <a:off x="5883158" y="2908315"/>
            <a:ext cx="94800" cy="64800"/>
          </a:xfrm>
          <a:prstGeom prst="triangle">
            <a:avLst>
              <a:gd fmla="val 50000" name="adj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g31ed28cfa71_0_465"/>
          <p:cNvSpPr/>
          <p:nvPr/>
        </p:nvSpPr>
        <p:spPr>
          <a:xfrm>
            <a:off x="5636321" y="2734234"/>
            <a:ext cx="435000" cy="338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5" name="Google Shape;545;g31ed28cfa71_0_465"/>
          <p:cNvCxnSpPr/>
          <p:nvPr/>
        </p:nvCxnSpPr>
        <p:spPr>
          <a:xfrm>
            <a:off x="4103984" y="3658900"/>
            <a:ext cx="900" cy="858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46" name="Google Shape;546;g31ed28cfa71_0_465"/>
          <p:cNvCxnSpPr/>
          <p:nvPr/>
        </p:nvCxnSpPr>
        <p:spPr>
          <a:xfrm flipH="1" rot="10800000">
            <a:off x="1880260" y="1313077"/>
            <a:ext cx="119460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g31ed28cfa71_0_465"/>
          <p:cNvCxnSpPr/>
          <p:nvPr/>
        </p:nvCxnSpPr>
        <p:spPr>
          <a:xfrm flipH="1" rot="10800000">
            <a:off x="2423765" y="1309553"/>
            <a:ext cx="643500" cy="55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g31ed28cfa71_0_465"/>
          <p:cNvSpPr/>
          <p:nvPr/>
        </p:nvSpPr>
        <p:spPr>
          <a:xfrm flipH="1" rot="5400000">
            <a:off x="3613091" y="1603466"/>
            <a:ext cx="318000" cy="510900"/>
          </a:xfrm>
          <a:custGeom>
            <a:rect b="b" l="l" r="r" t="t"/>
            <a:pathLst>
              <a:path extrusionOk="0" h="120000" w="120000">
                <a:moveTo>
                  <a:pt x="12355" y="60000"/>
                </a:moveTo>
                <a:lnTo>
                  <a:pt x="12355" y="60000"/>
                </a:lnTo>
                <a:cubicBezTo>
                  <a:pt x="12355" y="32761"/>
                  <a:pt x="31395" y="10080"/>
                  <a:pt x="56123" y="7864"/>
                </a:cubicBezTo>
                <a:cubicBezTo>
                  <a:pt x="80851" y="5647"/>
                  <a:pt x="102990" y="24636"/>
                  <a:pt x="107014" y="51515"/>
                </a:cubicBezTo>
                <a:lnTo>
                  <a:pt x="119358" y="51515"/>
                </a:lnTo>
                <a:lnTo>
                  <a:pt x="100145" y="60000"/>
                </a:lnTo>
                <a:lnTo>
                  <a:pt x="79648" y="51515"/>
                </a:lnTo>
                <a:lnTo>
                  <a:pt x="92002" y="51515"/>
                </a:lnTo>
                <a:lnTo>
                  <a:pt x="92002" y="51515"/>
                </a:lnTo>
                <a:cubicBezTo>
                  <a:pt x="88690" y="29867"/>
                  <a:pt x="73453" y="15048"/>
                  <a:pt x="56761" y="17239"/>
                </a:cubicBezTo>
                <a:cubicBezTo>
                  <a:pt x="40069" y="19430"/>
                  <a:pt x="27355" y="37918"/>
                  <a:pt x="27355" y="60000"/>
                </a:cubicBez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g31ed28cfa71_0_465"/>
          <p:cNvSpPr txBox="1"/>
          <p:nvPr/>
        </p:nvSpPr>
        <p:spPr>
          <a:xfrm>
            <a:off x="3490246" y="1095680"/>
            <a:ext cx="703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Lib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g31ed28cfa71_0_465"/>
          <p:cNvSpPr/>
          <p:nvPr/>
        </p:nvSpPr>
        <p:spPr>
          <a:xfrm>
            <a:off x="821154" y="3162211"/>
            <a:ext cx="856200" cy="9342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1ed28cfa71_0_465"/>
          <p:cNvSpPr/>
          <p:nvPr/>
        </p:nvSpPr>
        <p:spPr>
          <a:xfrm>
            <a:off x="874446" y="3351518"/>
            <a:ext cx="731400" cy="259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g31ed28cfa71_0_465"/>
          <p:cNvCxnSpPr>
            <a:stCxn id="551" idx="0"/>
            <a:endCxn id="522" idx="4"/>
          </p:cNvCxnSpPr>
          <p:nvPr/>
        </p:nvCxnSpPr>
        <p:spPr>
          <a:xfrm flipH="1" rot="10800000">
            <a:off x="1240146" y="3055418"/>
            <a:ext cx="2400" cy="29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53" name="Google Shape;553;g31ed28cfa71_0_465"/>
          <p:cNvCxnSpPr>
            <a:stCxn id="551" idx="2"/>
            <a:endCxn id="554" idx="0"/>
          </p:cNvCxnSpPr>
          <p:nvPr/>
        </p:nvCxnSpPr>
        <p:spPr>
          <a:xfrm>
            <a:off x="1240146" y="3611318"/>
            <a:ext cx="0" cy="2484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55" name="Google Shape;555;g31ed28cfa71_0_465"/>
          <p:cNvSpPr/>
          <p:nvPr/>
        </p:nvSpPr>
        <p:spPr>
          <a:xfrm>
            <a:off x="879525" y="2416101"/>
            <a:ext cx="5279100" cy="1554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 Processing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g31ed28cfa71_0_465"/>
          <p:cNvCxnSpPr/>
          <p:nvPr/>
        </p:nvCxnSpPr>
        <p:spPr>
          <a:xfrm flipH="1" rot="10800000">
            <a:off x="1243058" y="2566395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57" name="Google Shape;557;g31ed28cfa71_0_465"/>
          <p:cNvCxnSpPr/>
          <p:nvPr/>
        </p:nvCxnSpPr>
        <p:spPr>
          <a:xfrm rot="10800000">
            <a:off x="1245182" y="2286201"/>
            <a:ext cx="0" cy="1299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58" name="Google Shape;558;g31ed28cfa71_0_465"/>
          <p:cNvCxnSpPr/>
          <p:nvPr/>
        </p:nvCxnSpPr>
        <p:spPr>
          <a:xfrm flipH="1" rot="10800000">
            <a:off x="2028264" y="2573791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59" name="Google Shape;559;g31ed28cfa71_0_465"/>
          <p:cNvCxnSpPr/>
          <p:nvPr/>
        </p:nvCxnSpPr>
        <p:spPr>
          <a:xfrm flipH="1" rot="10800000">
            <a:off x="2613497" y="2578088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0" name="Google Shape;560;g31ed28cfa71_0_465"/>
          <p:cNvCxnSpPr/>
          <p:nvPr/>
        </p:nvCxnSpPr>
        <p:spPr>
          <a:xfrm flipH="1" rot="10800000">
            <a:off x="3521135" y="2571353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1" name="Google Shape;561;g31ed28cfa71_0_465"/>
          <p:cNvCxnSpPr/>
          <p:nvPr/>
        </p:nvCxnSpPr>
        <p:spPr>
          <a:xfrm flipH="1" rot="10800000">
            <a:off x="4429371" y="2568740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2" name="Google Shape;562;g31ed28cfa71_0_465"/>
          <p:cNvCxnSpPr/>
          <p:nvPr/>
        </p:nvCxnSpPr>
        <p:spPr>
          <a:xfrm flipH="1" rot="10800000">
            <a:off x="5125073" y="2573791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3" name="Google Shape;563;g31ed28cfa71_0_465"/>
          <p:cNvCxnSpPr/>
          <p:nvPr/>
        </p:nvCxnSpPr>
        <p:spPr>
          <a:xfrm flipH="1" rot="10800000">
            <a:off x="5867489" y="2581643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4" name="Google Shape;564;g31ed28cfa71_0_465"/>
          <p:cNvCxnSpPr/>
          <p:nvPr/>
        </p:nvCxnSpPr>
        <p:spPr>
          <a:xfrm flipH="1" rot="10800000">
            <a:off x="2034175" y="2261672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5" name="Google Shape;565;g31ed28cfa71_0_465"/>
          <p:cNvCxnSpPr/>
          <p:nvPr/>
        </p:nvCxnSpPr>
        <p:spPr>
          <a:xfrm flipH="1" rot="10800000">
            <a:off x="2619407" y="2265970"/>
            <a:ext cx="2100" cy="1461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566" name="Google Shape;566;g31ed28cfa71_0_465"/>
          <p:cNvCxnSpPr>
            <a:stCxn id="555" idx="0"/>
            <a:endCxn id="517" idx="7"/>
          </p:cNvCxnSpPr>
          <p:nvPr/>
        </p:nvCxnSpPr>
        <p:spPr>
          <a:xfrm flipH="1" rot="10800000">
            <a:off x="3519075" y="2197701"/>
            <a:ext cx="2400" cy="21840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67" name="Google Shape;567;g31ed28cfa71_0_465"/>
          <p:cNvSpPr/>
          <p:nvPr/>
        </p:nvSpPr>
        <p:spPr>
          <a:xfrm rot="2044795">
            <a:off x="3887561" y="1789237"/>
            <a:ext cx="1846529" cy="14993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8" name="Google Shape;568;g31ed28cfa71_0_465"/>
          <p:cNvCxnSpPr/>
          <p:nvPr/>
        </p:nvCxnSpPr>
        <p:spPr>
          <a:xfrm>
            <a:off x="910206" y="4428815"/>
            <a:ext cx="5960700" cy="1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9" name="Google Shape;569;g31ed28cfa71_0_465"/>
          <p:cNvSpPr txBox="1"/>
          <p:nvPr/>
        </p:nvSpPr>
        <p:spPr>
          <a:xfrm>
            <a:off x="3232386" y="4503082"/>
            <a:ext cx="624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Node A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g31ed28cfa71_0_465"/>
          <p:cNvSpPr txBox="1"/>
          <p:nvPr/>
        </p:nvSpPr>
        <p:spPr>
          <a:xfrm>
            <a:off x="899516" y="4506111"/>
            <a:ext cx="624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Node A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g31ed28cfa71_0_465"/>
          <p:cNvSpPr txBox="1"/>
          <p:nvPr/>
        </p:nvSpPr>
        <p:spPr>
          <a:xfrm>
            <a:off x="1984146" y="4503082"/>
            <a:ext cx="61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Node B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g31ed28cfa71_0_465"/>
          <p:cNvSpPr txBox="1"/>
          <p:nvPr/>
        </p:nvSpPr>
        <p:spPr>
          <a:xfrm>
            <a:off x="5499617" y="4506956"/>
            <a:ext cx="624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Node D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g31ed28cfa71_0_465"/>
          <p:cNvSpPr txBox="1"/>
          <p:nvPr/>
        </p:nvSpPr>
        <p:spPr>
          <a:xfrm>
            <a:off x="4387844" y="4505804"/>
            <a:ext cx="624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Node C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g31ed28cfa71_0_465"/>
          <p:cNvSpPr/>
          <p:nvPr/>
        </p:nvSpPr>
        <p:spPr>
          <a:xfrm>
            <a:off x="5601757" y="4353672"/>
            <a:ext cx="3846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T+M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g31ed28cfa71_0_465"/>
          <p:cNvSpPr/>
          <p:nvPr/>
        </p:nvSpPr>
        <p:spPr>
          <a:xfrm>
            <a:off x="1074408" y="4356787"/>
            <a:ext cx="3315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T-N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6" name="Google Shape;576;g31ed28cfa71_0_465"/>
          <p:cNvSpPr/>
          <p:nvPr/>
        </p:nvSpPr>
        <p:spPr>
          <a:xfrm>
            <a:off x="2476254" y="4352847"/>
            <a:ext cx="3063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T-1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g31ed28cfa71_0_465"/>
          <p:cNvSpPr/>
          <p:nvPr/>
        </p:nvSpPr>
        <p:spPr>
          <a:xfrm>
            <a:off x="3435668" y="4356787"/>
            <a:ext cx="2121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g31ed28cfa71_0_465"/>
          <p:cNvSpPr/>
          <p:nvPr/>
        </p:nvSpPr>
        <p:spPr>
          <a:xfrm>
            <a:off x="4263526" y="4352117"/>
            <a:ext cx="3336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T+1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9" name="Google Shape;579;g31ed28cfa71_0_465"/>
          <p:cNvSpPr/>
          <p:nvPr/>
        </p:nvSpPr>
        <p:spPr>
          <a:xfrm>
            <a:off x="4908215" y="4352031"/>
            <a:ext cx="3336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T+2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g31ed28cfa71_0_465"/>
          <p:cNvSpPr/>
          <p:nvPr/>
        </p:nvSpPr>
        <p:spPr>
          <a:xfrm>
            <a:off x="1901642" y="4356233"/>
            <a:ext cx="306300" cy="146400"/>
          </a:xfrm>
          <a:prstGeom prst="rect">
            <a:avLst/>
          </a:prstGeom>
          <a:solidFill>
            <a:schemeClr val="dk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T-2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g31ed28cfa71_0_465"/>
          <p:cNvSpPr txBox="1"/>
          <p:nvPr/>
        </p:nvSpPr>
        <p:spPr>
          <a:xfrm>
            <a:off x="6542993" y="4446125"/>
            <a:ext cx="389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g31ed28cfa71_0_465"/>
          <p:cNvSpPr/>
          <p:nvPr/>
        </p:nvSpPr>
        <p:spPr>
          <a:xfrm>
            <a:off x="1483382" y="4938113"/>
            <a:ext cx="7710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 history task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1ed28cfa71_0_465"/>
          <p:cNvSpPr txBox="1"/>
          <p:nvPr/>
        </p:nvSpPr>
        <p:spPr>
          <a:xfrm>
            <a:off x="5312565" y="4338649"/>
            <a:ext cx="325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g31ed28cfa71_0_465"/>
          <p:cNvSpPr txBox="1"/>
          <p:nvPr/>
        </p:nvSpPr>
        <p:spPr>
          <a:xfrm>
            <a:off x="1549851" y="4332661"/>
            <a:ext cx="325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i="0" sz="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g31ed28cfa71_0_465"/>
          <p:cNvSpPr/>
          <p:nvPr/>
        </p:nvSpPr>
        <p:spPr>
          <a:xfrm>
            <a:off x="5013734" y="4941378"/>
            <a:ext cx="7338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future task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1ed28cfa71_0_465"/>
          <p:cNvSpPr/>
          <p:nvPr/>
        </p:nvSpPr>
        <p:spPr>
          <a:xfrm>
            <a:off x="3277304" y="4948253"/>
            <a:ext cx="6975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task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1ed28cfa71_0_465"/>
          <p:cNvSpPr/>
          <p:nvPr/>
        </p:nvSpPr>
        <p:spPr>
          <a:xfrm>
            <a:off x="1043342" y="4629600"/>
            <a:ext cx="450879" cy="322056"/>
          </a:xfrm>
          <a:custGeom>
            <a:rect b="b" l="l" r="r" t="t"/>
            <a:pathLst>
              <a:path extrusionOk="0" h="548181" w="548181">
                <a:moveTo>
                  <a:pt x="18288" y="511607"/>
                </a:moveTo>
                <a:lnTo>
                  <a:pt x="18288" y="529942"/>
                </a:lnTo>
                <a:lnTo>
                  <a:pt x="529988" y="529942"/>
                </a:lnTo>
                <a:lnTo>
                  <a:pt x="529988" y="511607"/>
                </a:lnTo>
                <a:close/>
                <a:moveTo>
                  <a:pt x="0" y="493320"/>
                </a:moveTo>
                <a:lnTo>
                  <a:pt x="39827" y="493320"/>
                </a:lnTo>
                <a:lnTo>
                  <a:pt x="36605" y="511576"/>
                </a:lnTo>
                <a:lnTo>
                  <a:pt x="54859" y="511576"/>
                </a:lnTo>
                <a:lnTo>
                  <a:pt x="58084" y="493320"/>
                </a:lnTo>
                <a:lnTo>
                  <a:pt x="109672" y="493320"/>
                </a:lnTo>
                <a:lnTo>
                  <a:pt x="109672" y="511576"/>
                </a:lnTo>
                <a:lnTo>
                  <a:pt x="493323" y="511576"/>
                </a:lnTo>
                <a:lnTo>
                  <a:pt x="493323" y="493320"/>
                </a:lnTo>
                <a:lnTo>
                  <a:pt x="548181" y="493320"/>
                </a:lnTo>
                <a:lnTo>
                  <a:pt x="548181" y="548181"/>
                </a:lnTo>
                <a:lnTo>
                  <a:pt x="0" y="548181"/>
                </a:lnTo>
                <a:close/>
                <a:moveTo>
                  <a:pt x="383747" y="456793"/>
                </a:moveTo>
                <a:lnTo>
                  <a:pt x="456818" y="456793"/>
                </a:lnTo>
                <a:lnTo>
                  <a:pt x="456818" y="475070"/>
                </a:lnTo>
                <a:lnTo>
                  <a:pt x="383747" y="475070"/>
                </a:lnTo>
                <a:close/>
                <a:moveTo>
                  <a:pt x="292443" y="438516"/>
                </a:moveTo>
                <a:lnTo>
                  <a:pt x="365515" y="438516"/>
                </a:lnTo>
                <a:lnTo>
                  <a:pt x="365515" y="456793"/>
                </a:lnTo>
                <a:lnTo>
                  <a:pt x="292443" y="456793"/>
                </a:lnTo>
                <a:close/>
                <a:moveTo>
                  <a:pt x="383747" y="420238"/>
                </a:moveTo>
                <a:lnTo>
                  <a:pt x="456818" y="420238"/>
                </a:lnTo>
                <a:lnTo>
                  <a:pt x="456818" y="438516"/>
                </a:lnTo>
                <a:lnTo>
                  <a:pt x="383747" y="438516"/>
                </a:lnTo>
                <a:close/>
                <a:moveTo>
                  <a:pt x="292443" y="402056"/>
                </a:moveTo>
                <a:lnTo>
                  <a:pt x="365515" y="402056"/>
                </a:lnTo>
                <a:lnTo>
                  <a:pt x="365515" y="420333"/>
                </a:lnTo>
                <a:lnTo>
                  <a:pt x="292443" y="420333"/>
                </a:lnTo>
                <a:close/>
                <a:moveTo>
                  <a:pt x="383747" y="383731"/>
                </a:moveTo>
                <a:lnTo>
                  <a:pt x="456818" y="383731"/>
                </a:lnTo>
                <a:lnTo>
                  <a:pt x="456818" y="402009"/>
                </a:lnTo>
                <a:lnTo>
                  <a:pt x="383747" y="402009"/>
                </a:lnTo>
                <a:close/>
                <a:moveTo>
                  <a:pt x="292443" y="365454"/>
                </a:moveTo>
                <a:lnTo>
                  <a:pt x="365515" y="365454"/>
                </a:lnTo>
                <a:lnTo>
                  <a:pt x="365515" y="383731"/>
                </a:lnTo>
                <a:lnTo>
                  <a:pt x="292443" y="383731"/>
                </a:lnTo>
                <a:close/>
                <a:moveTo>
                  <a:pt x="88202" y="219277"/>
                </a:moveTo>
                <a:lnTo>
                  <a:pt x="106501" y="219277"/>
                </a:lnTo>
                <a:lnTo>
                  <a:pt x="58084" y="493320"/>
                </a:lnTo>
                <a:lnTo>
                  <a:pt x="39827" y="493320"/>
                </a:lnTo>
                <a:close/>
                <a:moveTo>
                  <a:pt x="73097" y="182757"/>
                </a:moveTo>
                <a:lnTo>
                  <a:pt x="73097" y="201041"/>
                </a:lnTo>
                <a:lnTo>
                  <a:pt x="127959" y="201041"/>
                </a:lnTo>
                <a:lnTo>
                  <a:pt x="127959" y="493245"/>
                </a:lnTo>
                <a:lnTo>
                  <a:pt x="475036" y="493245"/>
                </a:lnTo>
                <a:lnTo>
                  <a:pt x="475036" y="347119"/>
                </a:lnTo>
                <a:lnTo>
                  <a:pt x="236921" y="347119"/>
                </a:lnTo>
                <a:lnTo>
                  <a:pt x="233492" y="333311"/>
                </a:lnTo>
                <a:lnTo>
                  <a:pt x="206108" y="223705"/>
                </a:lnTo>
                <a:lnTo>
                  <a:pt x="200441" y="201041"/>
                </a:lnTo>
                <a:lnTo>
                  <a:pt x="237587" y="201041"/>
                </a:lnTo>
                <a:lnTo>
                  <a:pt x="237587" y="182757"/>
                </a:lnTo>
                <a:close/>
                <a:moveTo>
                  <a:pt x="54858" y="164474"/>
                </a:moveTo>
                <a:lnTo>
                  <a:pt x="255874" y="164474"/>
                </a:lnTo>
                <a:lnTo>
                  <a:pt x="255874" y="219277"/>
                </a:lnTo>
                <a:lnTo>
                  <a:pt x="223919" y="219277"/>
                </a:lnTo>
                <a:lnTo>
                  <a:pt x="251303" y="328931"/>
                </a:lnTo>
                <a:lnTo>
                  <a:pt x="493323" y="328931"/>
                </a:lnTo>
                <a:lnTo>
                  <a:pt x="493323" y="493320"/>
                </a:lnTo>
                <a:lnTo>
                  <a:pt x="109672" y="493320"/>
                </a:lnTo>
                <a:lnTo>
                  <a:pt x="109672" y="219277"/>
                </a:lnTo>
                <a:lnTo>
                  <a:pt x="106501" y="219277"/>
                </a:lnTo>
                <a:lnTo>
                  <a:pt x="109716" y="201079"/>
                </a:lnTo>
                <a:lnTo>
                  <a:pt x="91414" y="201079"/>
                </a:lnTo>
                <a:lnTo>
                  <a:pt x="88202" y="219277"/>
                </a:lnTo>
                <a:lnTo>
                  <a:pt x="54858" y="219277"/>
                </a:lnTo>
                <a:close/>
                <a:moveTo>
                  <a:pt x="402016" y="18287"/>
                </a:moveTo>
                <a:cubicBezTo>
                  <a:pt x="381917" y="18287"/>
                  <a:pt x="365486" y="34669"/>
                  <a:pt x="365486" y="54861"/>
                </a:cubicBezTo>
                <a:cubicBezTo>
                  <a:pt x="365724" y="56290"/>
                  <a:pt x="365819" y="57099"/>
                  <a:pt x="365915" y="58004"/>
                </a:cubicBezTo>
                <a:cubicBezTo>
                  <a:pt x="366486" y="65147"/>
                  <a:pt x="362867" y="72053"/>
                  <a:pt x="356627" y="75577"/>
                </a:cubicBezTo>
                <a:cubicBezTo>
                  <a:pt x="355913" y="75958"/>
                  <a:pt x="355246" y="76339"/>
                  <a:pt x="354580" y="76815"/>
                </a:cubicBezTo>
                <a:cubicBezTo>
                  <a:pt x="351436" y="79196"/>
                  <a:pt x="347626" y="80434"/>
                  <a:pt x="343673" y="80434"/>
                </a:cubicBezTo>
                <a:cubicBezTo>
                  <a:pt x="341863" y="80434"/>
                  <a:pt x="340006" y="80148"/>
                  <a:pt x="338196" y="79625"/>
                </a:cubicBezTo>
                <a:cubicBezTo>
                  <a:pt x="332576" y="77815"/>
                  <a:pt x="328194" y="73481"/>
                  <a:pt x="326385" y="67862"/>
                </a:cubicBezTo>
                <a:cubicBezTo>
                  <a:pt x="320193" y="49146"/>
                  <a:pt x="302810" y="36526"/>
                  <a:pt x="283282" y="36526"/>
                </a:cubicBezTo>
                <a:cubicBezTo>
                  <a:pt x="269089" y="36526"/>
                  <a:pt x="255945" y="43098"/>
                  <a:pt x="247134" y="54670"/>
                </a:cubicBezTo>
                <a:cubicBezTo>
                  <a:pt x="243657" y="59195"/>
                  <a:pt x="238275" y="61814"/>
                  <a:pt x="232608" y="61814"/>
                </a:cubicBezTo>
                <a:cubicBezTo>
                  <a:pt x="231988" y="61814"/>
                  <a:pt x="231465" y="61814"/>
                  <a:pt x="230893" y="61766"/>
                </a:cubicBezTo>
                <a:cubicBezTo>
                  <a:pt x="224606" y="61147"/>
                  <a:pt x="219129" y="57337"/>
                  <a:pt x="216272" y="51765"/>
                </a:cubicBezTo>
                <a:cubicBezTo>
                  <a:pt x="211604" y="42336"/>
                  <a:pt x="202317" y="36526"/>
                  <a:pt x="191935" y="36526"/>
                </a:cubicBezTo>
                <a:cubicBezTo>
                  <a:pt x="180647" y="36526"/>
                  <a:pt x="170312" y="43765"/>
                  <a:pt x="166407" y="54528"/>
                </a:cubicBezTo>
                <a:cubicBezTo>
                  <a:pt x="164311" y="60195"/>
                  <a:pt x="159549" y="64481"/>
                  <a:pt x="153643" y="65957"/>
                </a:cubicBezTo>
                <a:cubicBezTo>
                  <a:pt x="152214" y="66338"/>
                  <a:pt x="150738" y="66528"/>
                  <a:pt x="149261" y="66528"/>
                </a:cubicBezTo>
                <a:cubicBezTo>
                  <a:pt x="144832" y="66528"/>
                  <a:pt x="140450" y="64909"/>
                  <a:pt x="137069" y="61861"/>
                </a:cubicBezTo>
                <a:cubicBezTo>
                  <a:pt x="133402" y="58671"/>
                  <a:pt x="127353" y="54766"/>
                  <a:pt x="118875" y="54766"/>
                </a:cubicBezTo>
                <a:cubicBezTo>
                  <a:pt x="103778" y="54766"/>
                  <a:pt x="91490" y="67052"/>
                  <a:pt x="91490" y="82149"/>
                </a:cubicBezTo>
                <a:cubicBezTo>
                  <a:pt x="91490" y="97292"/>
                  <a:pt x="103778" y="109627"/>
                  <a:pt x="118875" y="109627"/>
                </a:cubicBezTo>
                <a:cubicBezTo>
                  <a:pt x="120733" y="109627"/>
                  <a:pt x="122828" y="109293"/>
                  <a:pt x="125162" y="108769"/>
                </a:cubicBezTo>
                <a:cubicBezTo>
                  <a:pt x="126496" y="108436"/>
                  <a:pt x="127925" y="108293"/>
                  <a:pt x="129306" y="108293"/>
                </a:cubicBezTo>
                <a:cubicBezTo>
                  <a:pt x="137164" y="108293"/>
                  <a:pt x="144451" y="113484"/>
                  <a:pt x="146737" y="121342"/>
                </a:cubicBezTo>
                <a:cubicBezTo>
                  <a:pt x="147690" y="124628"/>
                  <a:pt x="150785" y="127866"/>
                  <a:pt x="155405" y="127866"/>
                </a:cubicBezTo>
                <a:cubicBezTo>
                  <a:pt x="158882" y="127866"/>
                  <a:pt x="161215" y="125818"/>
                  <a:pt x="162311" y="124532"/>
                </a:cubicBezTo>
                <a:cubicBezTo>
                  <a:pt x="165502" y="120723"/>
                  <a:pt x="170169" y="118437"/>
                  <a:pt x="175170" y="118103"/>
                </a:cubicBezTo>
                <a:cubicBezTo>
                  <a:pt x="175503" y="118056"/>
                  <a:pt x="175884" y="118056"/>
                  <a:pt x="176218" y="118056"/>
                </a:cubicBezTo>
                <a:cubicBezTo>
                  <a:pt x="180885" y="118056"/>
                  <a:pt x="185267" y="119770"/>
                  <a:pt x="188648" y="122961"/>
                </a:cubicBezTo>
                <a:cubicBezTo>
                  <a:pt x="191173" y="125199"/>
                  <a:pt x="195268" y="127866"/>
                  <a:pt x="201031" y="127866"/>
                </a:cubicBezTo>
                <a:cubicBezTo>
                  <a:pt x="208509" y="127866"/>
                  <a:pt x="215176" y="123437"/>
                  <a:pt x="217939" y="116579"/>
                </a:cubicBezTo>
                <a:cubicBezTo>
                  <a:pt x="220415" y="110674"/>
                  <a:pt x="225702" y="106531"/>
                  <a:pt x="231988" y="105483"/>
                </a:cubicBezTo>
                <a:cubicBezTo>
                  <a:pt x="232941" y="105341"/>
                  <a:pt x="233893" y="105245"/>
                  <a:pt x="234846" y="105245"/>
                </a:cubicBezTo>
                <a:cubicBezTo>
                  <a:pt x="240180" y="105245"/>
                  <a:pt x="245229" y="107579"/>
                  <a:pt x="248753" y="111674"/>
                </a:cubicBezTo>
                <a:cubicBezTo>
                  <a:pt x="257564" y="122008"/>
                  <a:pt x="270185" y="127961"/>
                  <a:pt x="283330" y="127961"/>
                </a:cubicBezTo>
                <a:cubicBezTo>
                  <a:pt x="299285" y="127961"/>
                  <a:pt x="313859" y="119627"/>
                  <a:pt x="322241" y="105674"/>
                </a:cubicBezTo>
                <a:cubicBezTo>
                  <a:pt x="325289" y="100674"/>
                  <a:pt x="330528" y="97435"/>
                  <a:pt x="336386" y="96959"/>
                </a:cubicBezTo>
                <a:cubicBezTo>
                  <a:pt x="336910" y="96816"/>
                  <a:pt x="337386" y="96816"/>
                  <a:pt x="337910" y="96816"/>
                </a:cubicBezTo>
                <a:cubicBezTo>
                  <a:pt x="343292" y="96816"/>
                  <a:pt x="348340" y="99150"/>
                  <a:pt x="351770" y="103198"/>
                </a:cubicBezTo>
                <a:cubicBezTo>
                  <a:pt x="353865" y="105626"/>
                  <a:pt x="358390" y="109674"/>
                  <a:pt x="365534" y="109674"/>
                </a:cubicBezTo>
                <a:cubicBezTo>
                  <a:pt x="372106" y="109674"/>
                  <a:pt x="378012" y="106103"/>
                  <a:pt x="381346" y="100197"/>
                </a:cubicBezTo>
                <a:cubicBezTo>
                  <a:pt x="384537" y="94483"/>
                  <a:pt x="390680" y="90911"/>
                  <a:pt x="397205" y="90911"/>
                </a:cubicBezTo>
                <a:cubicBezTo>
                  <a:pt x="397777" y="90911"/>
                  <a:pt x="398301" y="90911"/>
                  <a:pt x="398825" y="91006"/>
                </a:cubicBezTo>
                <a:cubicBezTo>
                  <a:pt x="399729" y="91054"/>
                  <a:pt x="400539" y="91149"/>
                  <a:pt x="401444" y="91292"/>
                </a:cubicBezTo>
                <a:lnTo>
                  <a:pt x="401682" y="91292"/>
                </a:lnTo>
                <a:cubicBezTo>
                  <a:pt x="421685" y="91292"/>
                  <a:pt x="436926" y="75291"/>
                  <a:pt x="436926" y="54861"/>
                </a:cubicBezTo>
                <a:cubicBezTo>
                  <a:pt x="436926" y="34383"/>
                  <a:pt x="421638" y="18287"/>
                  <a:pt x="402063" y="18287"/>
                </a:cubicBezTo>
                <a:close/>
                <a:moveTo>
                  <a:pt x="402016" y="0"/>
                </a:moveTo>
                <a:cubicBezTo>
                  <a:pt x="432258" y="0"/>
                  <a:pt x="455214" y="24525"/>
                  <a:pt x="455214" y="54861"/>
                </a:cubicBezTo>
                <a:cubicBezTo>
                  <a:pt x="455214" y="85149"/>
                  <a:pt x="432258" y="109674"/>
                  <a:pt x="402016" y="109674"/>
                </a:cubicBezTo>
                <a:cubicBezTo>
                  <a:pt x="400349" y="109674"/>
                  <a:pt x="398825" y="109388"/>
                  <a:pt x="397205" y="109198"/>
                </a:cubicBezTo>
                <a:cubicBezTo>
                  <a:pt x="390966" y="120342"/>
                  <a:pt x="379155" y="127961"/>
                  <a:pt x="365486" y="127961"/>
                </a:cubicBezTo>
                <a:cubicBezTo>
                  <a:pt x="354389" y="127961"/>
                  <a:pt x="344530" y="122866"/>
                  <a:pt x="337863" y="115103"/>
                </a:cubicBezTo>
                <a:cubicBezTo>
                  <a:pt x="326718" y="133724"/>
                  <a:pt x="306524" y="146201"/>
                  <a:pt x="283282" y="146201"/>
                </a:cubicBezTo>
                <a:cubicBezTo>
                  <a:pt x="263803" y="146201"/>
                  <a:pt x="246515" y="137343"/>
                  <a:pt x="234798" y="123580"/>
                </a:cubicBezTo>
                <a:cubicBezTo>
                  <a:pt x="229369" y="136867"/>
                  <a:pt x="216272" y="146201"/>
                  <a:pt x="201031" y="146201"/>
                </a:cubicBezTo>
                <a:cubicBezTo>
                  <a:pt x="191458" y="146201"/>
                  <a:pt x="182790" y="142486"/>
                  <a:pt x="176218" y="136390"/>
                </a:cubicBezTo>
                <a:cubicBezTo>
                  <a:pt x="171169" y="142343"/>
                  <a:pt x="163787" y="146201"/>
                  <a:pt x="155310" y="146201"/>
                </a:cubicBezTo>
                <a:cubicBezTo>
                  <a:pt x="142927" y="146201"/>
                  <a:pt x="132592" y="137962"/>
                  <a:pt x="129210" y="126628"/>
                </a:cubicBezTo>
                <a:cubicBezTo>
                  <a:pt x="125877" y="127390"/>
                  <a:pt x="122400" y="127961"/>
                  <a:pt x="118780" y="127961"/>
                </a:cubicBezTo>
                <a:cubicBezTo>
                  <a:pt x="93586" y="127961"/>
                  <a:pt x="73106" y="107484"/>
                  <a:pt x="73106" y="82244"/>
                </a:cubicBezTo>
                <a:cubicBezTo>
                  <a:pt x="73106" y="57004"/>
                  <a:pt x="93586" y="36574"/>
                  <a:pt x="118780" y="36574"/>
                </a:cubicBezTo>
                <a:cubicBezTo>
                  <a:pt x="130496" y="36574"/>
                  <a:pt x="141117" y="41098"/>
                  <a:pt x="149118" y="48289"/>
                </a:cubicBezTo>
                <a:cubicBezTo>
                  <a:pt x="155548" y="30859"/>
                  <a:pt x="172217" y="18287"/>
                  <a:pt x="191887" y="18287"/>
                </a:cubicBezTo>
                <a:cubicBezTo>
                  <a:pt x="209794" y="18287"/>
                  <a:pt x="225083" y="28669"/>
                  <a:pt x="232608" y="43574"/>
                </a:cubicBezTo>
                <a:cubicBezTo>
                  <a:pt x="244276" y="28335"/>
                  <a:pt x="262565" y="18287"/>
                  <a:pt x="283282" y="18287"/>
                </a:cubicBezTo>
                <a:cubicBezTo>
                  <a:pt x="311478" y="18287"/>
                  <a:pt x="335243" y="36812"/>
                  <a:pt x="343673" y="62242"/>
                </a:cubicBezTo>
                <a:cubicBezTo>
                  <a:pt x="344959" y="61290"/>
                  <a:pt x="346245" y="60433"/>
                  <a:pt x="347674" y="59671"/>
                </a:cubicBezTo>
                <a:cubicBezTo>
                  <a:pt x="347578" y="58004"/>
                  <a:pt x="347197" y="56528"/>
                  <a:pt x="347197" y="54861"/>
                </a:cubicBezTo>
                <a:cubicBezTo>
                  <a:pt x="347197" y="24525"/>
                  <a:pt x="371773" y="0"/>
                  <a:pt x="4020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1ed28cfa71_0_465"/>
          <p:cNvSpPr/>
          <p:nvPr/>
        </p:nvSpPr>
        <p:spPr>
          <a:xfrm>
            <a:off x="2087245" y="4646867"/>
            <a:ext cx="450061" cy="317827"/>
          </a:xfrm>
          <a:custGeom>
            <a:rect b="b" l="l" r="r" t="t"/>
            <a:pathLst>
              <a:path extrusionOk="0" h="396046" w="401840">
                <a:moveTo>
                  <a:pt x="8648" y="378795"/>
                </a:moveTo>
                <a:lnTo>
                  <a:pt x="23084" y="378795"/>
                </a:lnTo>
                <a:lnTo>
                  <a:pt x="23084" y="380699"/>
                </a:lnTo>
                <a:cubicBezTo>
                  <a:pt x="23084" y="385523"/>
                  <a:pt x="26907" y="389347"/>
                  <a:pt x="31729" y="389347"/>
                </a:cubicBezTo>
                <a:cubicBezTo>
                  <a:pt x="36508" y="389347"/>
                  <a:pt x="40332" y="385523"/>
                  <a:pt x="40332" y="380699"/>
                </a:cubicBezTo>
                <a:lnTo>
                  <a:pt x="40332" y="378795"/>
                </a:lnTo>
                <a:lnTo>
                  <a:pt x="365391" y="378795"/>
                </a:lnTo>
                <a:lnTo>
                  <a:pt x="365391" y="379743"/>
                </a:lnTo>
                <a:cubicBezTo>
                  <a:pt x="365391" y="384523"/>
                  <a:pt x="369214" y="388391"/>
                  <a:pt x="373993" y="388391"/>
                </a:cubicBezTo>
                <a:cubicBezTo>
                  <a:pt x="379771" y="388391"/>
                  <a:pt x="383594" y="384523"/>
                  <a:pt x="384550" y="380699"/>
                </a:cubicBezTo>
                <a:lnTo>
                  <a:pt x="384550" y="378795"/>
                </a:lnTo>
                <a:lnTo>
                  <a:pt x="393236" y="378795"/>
                </a:lnTo>
                <a:cubicBezTo>
                  <a:pt x="398016" y="378795"/>
                  <a:pt x="401840" y="382619"/>
                  <a:pt x="401840" y="387442"/>
                </a:cubicBezTo>
                <a:cubicBezTo>
                  <a:pt x="401840" y="392222"/>
                  <a:pt x="398972" y="396046"/>
                  <a:pt x="394192" y="396046"/>
                </a:cubicBezTo>
                <a:lnTo>
                  <a:pt x="8648" y="396046"/>
                </a:lnTo>
                <a:cubicBezTo>
                  <a:pt x="3867" y="396046"/>
                  <a:pt x="0" y="392222"/>
                  <a:pt x="0" y="387442"/>
                </a:cubicBezTo>
                <a:cubicBezTo>
                  <a:pt x="0" y="382619"/>
                  <a:pt x="3867" y="378795"/>
                  <a:pt x="8648" y="378795"/>
                </a:cubicBezTo>
                <a:close/>
                <a:moveTo>
                  <a:pt x="232100" y="308789"/>
                </a:moveTo>
                <a:lnTo>
                  <a:pt x="232100" y="334688"/>
                </a:lnTo>
                <a:lnTo>
                  <a:pt x="296372" y="334688"/>
                </a:lnTo>
                <a:lnTo>
                  <a:pt x="296372" y="308789"/>
                </a:lnTo>
                <a:close/>
                <a:moveTo>
                  <a:pt x="107424" y="308789"/>
                </a:moveTo>
                <a:lnTo>
                  <a:pt x="107424" y="334688"/>
                </a:lnTo>
                <a:lnTo>
                  <a:pt x="171695" y="334688"/>
                </a:lnTo>
                <a:lnTo>
                  <a:pt x="171695" y="308789"/>
                </a:lnTo>
                <a:close/>
                <a:moveTo>
                  <a:pt x="223452" y="291538"/>
                </a:moveTo>
                <a:lnTo>
                  <a:pt x="304976" y="291538"/>
                </a:lnTo>
                <a:cubicBezTo>
                  <a:pt x="309800" y="291538"/>
                  <a:pt x="313624" y="295362"/>
                  <a:pt x="313624" y="300142"/>
                </a:cubicBezTo>
                <a:lnTo>
                  <a:pt x="313624" y="344292"/>
                </a:lnTo>
                <a:cubicBezTo>
                  <a:pt x="313624" y="349072"/>
                  <a:pt x="309800" y="352896"/>
                  <a:pt x="304976" y="352896"/>
                </a:cubicBezTo>
                <a:lnTo>
                  <a:pt x="223452" y="352896"/>
                </a:lnTo>
                <a:cubicBezTo>
                  <a:pt x="218672" y="352896"/>
                  <a:pt x="214847" y="349072"/>
                  <a:pt x="214847" y="344292"/>
                </a:cubicBezTo>
                <a:lnTo>
                  <a:pt x="214847" y="300142"/>
                </a:lnTo>
                <a:cubicBezTo>
                  <a:pt x="214847" y="295362"/>
                  <a:pt x="218672" y="291538"/>
                  <a:pt x="223452" y="291538"/>
                </a:cubicBezTo>
                <a:close/>
                <a:moveTo>
                  <a:pt x="98776" y="291538"/>
                </a:moveTo>
                <a:lnTo>
                  <a:pt x="180300" y="291538"/>
                </a:lnTo>
                <a:cubicBezTo>
                  <a:pt x="185123" y="291538"/>
                  <a:pt x="188948" y="295362"/>
                  <a:pt x="188948" y="300142"/>
                </a:cubicBezTo>
                <a:lnTo>
                  <a:pt x="188948" y="344292"/>
                </a:lnTo>
                <a:cubicBezTo>
                  <a:pt x="189904" y="349072"/>
                  <a:pt x="186079" y="352896"/>
                  <a:pt x="180300" y="352896"/>
                </a:cubicBezTo>
                <a:lnTo>
                  <a:pt x="98776" y="352896"/>
                </a:lnTo>
                <a:cubicBezTo>
                  <a:pt x="93996" y="352896"/>
                  <a:pt x="90171" y="349072"/>
                  <a:pt x="90171" y="344292"/>
                </a:cubicBezTo>
                <a:lnTo>
                  <a:pt x="90171" y="300142"/>
                </a:lnTo>
                <a:cubicBezTo>
                  <a:pt x="90171" y="295362"/>
                  <a:pt x="93996" y="291538"/>
                  <a:pt x="98776" y="291538"/>
                </a:cubicBezTo>
                <a:close/>
                <a:moveTo>
                  <a:pt x="232100" y="227268"/>
                </a:moveTo>
                <a:lnTo>
                  <a:pt x="232100" y="253167"/>
                </a:lnTo>
                <a:lnTo>
                  <a:pt x="296372" y="253167"/>
                </a:lnTo>
                <a:lnTo>
                  <a:pt x="296372" y="227268"/>
                </a:lnTo>
                <a:close/>
                <a:moveTo>
                  <a:pt x="107424" y="227268"/>
                </a:moveTo>
                <a:lnTo>
                  <a:pt x="107424" y="253167"/>
                </a:lnTo>
                <a:lnTo>
                  <a:pt x="171695" y="253167"/>
                </a:lnTo>
                <a:lnTo>
                  <a:pt x="171695" y="227268"/>
                </a:lnTo>
                <a:close/>
                <a:moveTo>
                  <a:pt x="223452" y="210017"/>
                </a:moveTo>
                <a:lnTo>
                  <a:pt x="304976" y="210017"/>
                </a:lnTo>
                <a:cubicBezTo>
                  <a:pt x="309800" y="210017"/>
                  <a:pt x="313624" y="213841"/>
                  <a:pt x="313624" y="218664"/>
                </a:cubicBezTo>
                <a:lnTo>
                  <a:pt x="313624" y="262771"/>
                </a:lnTo>
                <a:cubicBezTo>
                  <a:pt x="313624" y="267551"/>
                  <a:pt x="309800" y="271375"/>
                  <a:pt x="304976" y="271375"/>
                </a:cubicBezTo>
                <a:lnTo>
                  <a:pt x="223452" y="271375"/>
                </a:lnTo>
                <a:cubicBezTo>
                  <a:pt x="218672" y="271375"/>
                  <a:pt x="214847" y="267551"/>
                  <a:pt x="214847" y="262771"/>
                </a:cubicBezTo>
                <a:lnTo>
                  <a:pt x="214847" y="218664"/>
                </a:lnTo>
                <a:cubicBezTo>
                  <a:pt x="214847" y="213841"/>
                  <a:pt x="218672" y="210017"/>
                  <a:pt x="223452" y="210017"/>
                </a:cubicBezTo>
                <a:close/>
                <a:moveTo>
                  <a:pt x="98776" y="210017"/>
                </a:moveTo>
                <a:lnTo>
                  <a:pt x="180300" y="210017"/>
                </a:lnTo>
                <a:cubicBezTo>
                  <a:pt x="185123" y="210017"/>
                  <a:pt x="188948" y="213841"/>
                  <a:pt x="188948" y="218664"/>
                </a:cubicBezTo>
                <a:lnTo>
                  <a:pt x="188948" y="262771"/>
                </a:lnTo>
                <a:cubicBezTo>
                  <a:pt x="189904" y="267551"/>
                  <a:pt x="186079" y="271375"/>
                  <a:pt x="180300" y="271375"/>
                </a:cubicBezTo>
                <a:lnTo>
                  <a:pt x="98776" y="271375"/>
                </a:lnTo>
                <a:cubicBezTo>
                  <a:pt x="93996" y="271375"/>
                  <a:pt x="90171" y="267551"/>
                  <a:pt x="90171" y="262771"/>
                </a:cubicBezTo>
                <a:lnTo>
                  <a:pt x="90171" y="218664"/>
                </a:lnTo>
                <a:cubicBezTo>
                  <a:pt x="90171" y="213841"/>
                  <a:pt x="93996" y="210017"/>
                  <a:pt x="98776" y="210017"/>
                </a:cubicBezTo>
                <a:close/>
                <a:moveTo>
                  <a:pt x="27863" y="114072"/>
                </a:moveTo>
                <a:cubicBezTo>
                  <a:pt x="30730" y="112160"/>
                  <a:pt x="33641" y="112160"/>
                  <a:pt x="36508" y="114072"/>
                </a:cubicBezTo>
                <a:lnTo>
                  <a:pt x="139083" y="166833"/>
                </a:lnTo>
                <a:lnTo>
                  <a:pt x="139083" y="121765"/>
                </a:lnTo>
                <a:cubicBezTo>
                  <a:pt x="139083" y="118853"/>
                  <a:pt x="140995" y="115985"/>
                  <a:pt x="143906" y="114072"/>
                </a:cubicBezTo>
                <a:cubicBezTo>
                  <a:pt x="146773" y="112160"/>
                  <a:pt x="149640" y="112160"/>
                  <a:pt x="152508" y="114072"/>
                </a:cubicBezTo>
                <a:lnTo>
                  <a:pt x="251259" y="167789"/>
                </a:lnTo>
                <a:lnTo>
                  <a:pt x="251259" y="121765"/>
                </a:lnTo>
                <a:cubicBezTo>
                  <a:pt x="251259" y="118853"/>
                  <a:pt x="253171" y="115985"/>
                  <a:pt x="256082" y="114072"/>
                </a:cubicBezTo>
                <a:cubicBezTo>
                  <a:pt x="258949" y="112160"/>
                  <a:pt x="261816" y="112160"/>
                  <a:pt x="264684" y="114072"/>
                </a:cubicBezTo>
                <a:lnTo>
                  <a:pt x="277229" y="121287"/>
                </a:lnTo>
                <a:lnTo>
                  <a:pt x="277164" y="121804"/>
                </a:lnTo>
                <a:cubicBezTo>
                  <a:pt x="276208" y="126584"/>
                  <a:pt x="280032" y="130408"/>
                  <a:pt x="284856" y="131364"/>
                </a:cubicBezTo>
                <a:lnTo>
                  <a:pt x="288994" y="128053"/>
                </a:lnTo>
                <a:lnTo>
                  <a:pt x="353879" y="165370"/>
                </a:lnTo>
                <a:lnTo>
                  <a:pt x="354864" y="175470"/>
                </a:lnTo>
                <a:cubicBezTo>
                  <a:pt x="354864" y="180294"/>
                  <a:pt x="358688" y="184118"/>
                  <a:pt x="363468" y="184118"/>
                </a:cubicBezTo>
                <a:lnTo>
                  <a:pt x="371869" y="175717"/>
                </a:lnTo>
                <a:lnTo>
                  <a:pt x="379771" y="180262"/>
                </a:lnTo>
                <a:cubicBezTo>
                  <a:pt x="382639" y="182174"/>
                  <a:pt x="384550" y="185042"/>
                  <a:pt x="384550" y="187911"/>
                </a:cubicBezTo>
                <a:lnTo>
                  <a:pt x="384550" y="378795"/>
                </a:lnTo>
                <a:lnTo>
                  <a:pt x="365391" y="378795"/>
                </a:lnTo>
                <a:lnTo>
                  <a:pt x="365391" y="191779"/>
                </a:lnTo>
                <a:lnTo>
                  <a:pt x="268550" y="136150"/>
                </a:lnTo>
                <a:lnTo>
                  <a:pt x="268550" y="182174"/>
                </a:lnTo>
                <a:cubicBezTo>
                  <a:pt x="268550" y="185042"/>
                  <a:pt x="266595" y="187911"/>
                  <a:pt x="263728" y="189823"/>
                </a:cubicBezTo>
                <a:cubicBezTo>
                  <a:pt x="260861" y="191779"/>
                  <a:pt x="257993" y="191779"/>
                  <a:pt x="255126" y="189823"/>
                </a:cubicBezTo>
                <a:lnTo>
                  <a:pt x="156331" y="136150"/>
                </a:lnTo>
                <a:lnTo>
                  <a:pt x="156331" y="181218"/>
                </a:lnTo>
                <a:cubicBezTo>
                  <a:pt x="156331" y="184086"/>
                  <a:pt x="154419" y="186955"/>
                  <a:pt x="151552" y="188867"/>
                </a:cubicBezTo>
                <a:cubicBezTo>
                  <a:pt x="148684" y="190823"/>
                  <a:pt x="145817" y="190823"/>
                  <a:pt x="142950" y="188867"/>
                </a:cubicBezTo>
                <a:lnTo>
                  <a:pt x="40332" y="136150"/>
                </a:lnTo>
                <a:lnTo>
                  <a:pt x="40332" y="378795"/>
                </a:lnTo>
                <a:lnTo>
                  <a:pt x="23084" y="378795"/>
                </a:lnTo>
                <a:lnTo>
                  <a:pt x="23084" y="121765"/>
                </a:lnTo>
                <a:cubicBezTo>
                  <a:pt x="23084" y="118853"/>
                  <a:pt x="24995" y="115985"/>
                  <a:pt x="27863" y="114072"/>
                </a:cubicBezTo>
                <a:close/>
                <a:moveTo>
                  <a:pt x="285436" y="56157"/>
                </a:moveTo>
                <a:lnTo>
                  <a:pt x="293475" y="64182"/>
                </a:lnTo>
                <a:lnTo>
                  <a:pt x="301993" y="64182"/>
                </a:lnTo>
                <a:lnTo>
                  <a:pt x="294416" y="123716"/>
                </a:lnTo>
                <a:lnTo>
                  <a:pt x="288994" y="128053"/>
                </a:lnTo>
                <a:lnTo>
                  <a:pt x="277229" y="121287"/>
                </a:lnTo>
                <a:close/>
                <a:moveTo>
                  <a:pt x="285596" y="54888"/>
                </a:moveTo>
                <a:lnTo>
                  <a:pt x="285436" y="56157"/>
                </a:lnTo>
                <a:lnTo>
                  <a:pt x="284882" y="55604"/>
                </a:lnTo>
                <a:close/>
                <a:moveTo>
                  <a:pt x="304182" y="46982"/>
                </a:moveTo>
                <a:lnTo>
                  <a:pt x="342331" y="46982"/>
                </a:lnTo>
                <a:lnTo>
                  <a:pt x="344008" y="64182"/>
                </a:lnTo>
                <a:lnTo>
                  <a:pt x="301993" y="64182"/>
                </a:lnTo>
                <a:close/>
                <a:moveTo>
                  <a:pt x="300196" y="0"/>
                </a:moveTo>
                <a:lnTo>
                  <a:pt x="348128" y="0"/>
                </a:lnTo>
                <a:cubicBezTo>
                  <a:pt x="352952" y="0"/>
                  <a:pt x="356776" y="3824"/>
                  <a:pt x="356776" y="8604"/>
                </a:cubicBezTo>
                <a:lnTo>
                  <a:pt x="373072" y="174514"/>
                </a:lnTo>
                <a:lnTo>
                  <a:pt x="371869" y="175717"/>
                </a:lnTo>
                <a:lnTo>
                  <a:pt x="353879" y="165370"/>
                </a:lnTo>
                <a:lnTo>
                  <a:pt x="344008" y="64182"/>
                </a:lnTo>
                <a:lnTo>
                  <a:pt x="349028" y="64182"/>
                </a:lnTo>
                <a:cubicBezTo>
                  <a:pt x="354800" y="64182"/>
                  <a:pt x="357664" y="60370"/>
                  <a:pt x="357664" y="55604"/>
                </a:cubicBezTo>
                <a:cubicBezTo>
                  <a:pt x="357664" y="50795"/>
                  <a:pt x="353845" y="46982"/>
                  <a:pt x="349028" y="46982"/>
                </a:cubicBezTo>
                <a:lnTo>
                  <a:pt x="342331" y="46982"/>
                </a:lnTo>
                <a:lnTo>
                  <a:pt x="339524" y="18207"/>
                </a:lnTo>
                <a:lnTo>
                  <a:pt x="307844" y="18207"/>
                </a:lnTo>
                <a:lnTo>
                  <a:pt x="304182" y="46982"/>
                </a:lnTo>
                <a:lnTo>
                  <a:pt x="293475" y="46982"/>
                </a:lnTo>
                <a:lnTo>
                  <a:pt x="285596" y="54888"/>
                </a:lnTo>
                <a:lnTo>
                  <a:pt x="291548" y="7648"/>
                </a:lnTo>
                <a:cubicBezTo>
                  <a:pt x="292504" y="2868"/>
                  <a:pt x="296372" y="0"/>
                  <a:pt x="3001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1ed28cfa71_0_465"/>
          <p:cNvSpPr/>
          <p:nvPr/>
        </p:nvSpPr>
        <p:spPr>
          <a:xfrm>
            <a:off x="3337782" y="4646867"/>
            <a:ext cx="450879" cy="322056"/>
          </a:xfrm>
          <a:custGeom>
            <a:rect b="b" l="l" r="r" t="t"/>
            <a:pathLst>
              <a:path extrusionOk="0" h="548181" w="548181">
                <a:moveTo>
                  <a:pt x="18288" y="511607"/>
                </a:moveTo>
                <a:lnTo>
                  <a:pt x="18288" y="529942"/>
                </a:lnTo>
                <a:lnTo>
                  <a:pt x="529988" y="529942"/>
                </a:lnTo>
                <a:lnTo>
                  <a:pt x="529988" y="511607"/>
                </a:lnTo>
                <a:close/>
                <a:moveTo>
                  <a:pt x="0" y="493320"/>
                </a:moveTo>
                <a:lnTo>
                  <a:pt x="39827" y="493320"/>
                </a:lnTo>
                <a:lnTo>
                  <a:pt x="36605" y="511576"/>
                </a:lnTo>
                <a:lnTo>
                  <a:pt x="54859" y="511576"/>
                </a:lnTo>
                <a:lnTo>
                  <a:pt x="58084" y="493320"/>
                </a:lnTo>
                <a:lnTo>
                  <a:pt x="109672" y="493320"/>
                </a:lnTo>
                <a:lnTo>
                  <a:pt x="109672" y="511576"/>
                </a:lnTo>
                <a:lnTo>
                  <a:pt x="493323" y="511576"/>
                </a:lnTo>
                <a:lnTo>
                  <a:pt x="493323" y="493320"/>
                </a:lnTo>
                <a:lnTo>
                  <a:pt x="548181" y="493320"/>
                </a:lnTo>
                <a:lnTo>
                  <a:pt x="548181" y="548181"/>
                </a:lnTo>
                <a:lnTo>
                  <a:pt x="0" y="548181"/>
                </a:lnTo>
                <a:close/>
                <a:moveTo>
                  <a:pt x="383747" y="456793"/>
                </a:moveTo>
                <a:lnTo>
                  <a:pt x="456818" y="456793"/>
                </a:lnTo>
                <a:lnTo>
                  <a:pt x="456818" y="475070"/>
                </a:lnTo>
                <a:lnTo>
                  <a:pt x="383747" y="475070"/>
                </a:lnTo>
                <a:close/>
                <a:moveTo>
                  <a:pt x="292443" y="438516"/>
                </a:moveTo>
                <a:lnTo>
                  <a:pt x="365515" y="438516"/>
                </a:lnTo>
                <a:lnTo>
                  <a:pt x="365515" y="456793"/>
                </a:lnTo>
                <a:lnTo>
                  <a:pt x="292443" y="456793"/>
                </a:lnTo>
                <a:close/>
                <a:moveTo>
                  <a:pt x="383747" y="420238"/>
                </a:moveTo>
                <a:lnTo>
                  <a:pt x="456818" y="420238"/>
                </a:lnTo>
                <a:lnTo>
                  <a:pt x="456818" y="438516"/>
                </a:lnTo>
                <a:lnTo>
                  <a:pt x="383747" y="438516"/>
                </a:lnTo>
                <a:close/>
                <a:moveTo>
                  <a:pt x="292443" y="402056"/>
                </a:moveTo>
                <a:lnTo>
                  <a:pt x="365515" y="402056"/>
                </a:lnTo>
                <a:lnTo>
                  <a:pt x="365515" y="420333"/>
                </a:lnTo>
                <a:lnTo>
                  <a:pt x="292443" y="420333"/>
                </a:lnTo>
                <a:close/>
                <a:moveTo>
                  <a:pt x="383747" y="383731"/>
                </a:moveTo>
                <a:lnTo>
                  <a:pt x="456818" y="383731"/>
                </a:lnTo>
                <a:lnTo>
                  <a:pt x="456818" y="402009"/>
                </a:lnTo>
                <a:lnTo>
                  <a:pt x="383747" y="402009"/>
                </a:lnTo>
                <a:close/>
                <a:moveTo>
                  <a:pt x="292443" y="365454"/>
                </a:moveTo>
                <a:lnTo>
                  <a:pt x="365515" y="365454"/>
                </a:lnTo>
                <a:lnTo>
                  <a:pt x="365515" y="383731"/>
                </a:lnTo>
                <a:lnTo>
                  <a:pt x="292443" y="383731"/>
                </a:lnTo>
                <a:close/>
                <a:moveTo>
                  <a:pt x="88202" y="219277"/>
                </a:moveTo>
                <a:lnTo>
                  <a:pt x="106501" y="219277"/>
                </a:lnTo>
                <a:lnTo>
                  <a:pt x="58084" y="493320"/>
                </a:lnTo>
                <a:lnTo>
                  <a:pt x="39827" y="493320"/>
                </a:lnTo>
                <a:close/>
                <a:moveTo>
                  <a:pt x="73097" y="182757"/>
                </a:moveTo>
                <a:lnTo>
                  <a:pt x="73097" y="201041"/>
                </a:lnTo>
                <a:lnTo>
                  <a:pt x="127959" y="201041"/>
                </a:lnTo>
                <a:lnTo>
                  <a:pt x="127959" y="493245"/>
                </a:lnTo>
                <a:lnTo>
                  <a:pt x="475036" y="493245"/>
                </a:lnTo>
                <a:lnTo>
                  <a:pt x="475036" y="347119"/>
                </a:lnTo>
                <a:lnTo>
                  <a:pt x="236921" y="347119"/>
                </a:lnTo>
                <a:lnTo>
                  <a:pt x="233492" y="333311"/>
                </a:lnTo>
                <a:lnTo>
                  <a:pt x="206108" y="223705"/>
                </a:lnTo>
                <a:lnTo>
                  <a:pt x="200441" y="201041"/>
                </a:lnTo>
                <a:lnTo>
                  <a:pt x="237587" y="201041"/>
                </a:lnTo>
                <a:lnTo>
                  <a:pt x="237587" y="182757"/>
                </a:lnTo>
                <a:close/>
                <a:moveTo>
                  <a:pt x="54858" y="164474"/>
                </a:moveTo>
                <a:lnTo>
                  <a:pt x="255874" y="164474"/>
                </a:lnTo>
                <a:lnTo>
                  <a:pt x="255874" y="219277"/>
                </a:lnTo>
                <a:lnTo>
                  <a:pt x="223919" y="219277"/>
                </a:lnTo>
                <a:lnTo>
                  <a:pt x="251303" y="328931"/>
                </a:lnTo>
                <a:lnTo>
                  <a:pt x="493323" y="328931"/>
                </a:lnTo>
                <a:lnTo>
                  <a:pt x="493323" y="493320"/>
                </a:lnTo>
                <a:lnTo>
                  <a:pt x="109672" y="493320"/>
                </a:lnTo>
                <a:lnTo>
                  <a:pt x="109672" y="219277"/>
                </a:lnTo>
                <a:lnTo>
                  <a:pt x="106501" y="219277"/>
                </a:lnTo>
                <a:lnTo>
                  <a:pt x="109716" y="201079"/>
                </a:lnTo>
                <a:lnTo>
                  <a:pt x="91414" y="201079"/>
                </a:lnTo>
                <a:lnTo>
                  <a:pt x="88202" y="219277"/>
                </a:lnTo>
                <a:lnTo>
                  <a:pt x="54858" y="219277"/>
                </a:lnTo>
                <a:close/>
                <a:moveTo>
                  <a:pt x="402016" y="18287"/>
                </a:moveTo>
                <a:cubicBezTo>
                  <a:pt x="381917" y="18287"/>
                  <a:pt x="365486" y="34669"/>
                  <a:pt x="365486" y="54861"/>
                </a:cubicBezTo>
                <a:cubicBezTo>
                  <a:pt x="365724" y="56290"/>
                  <a:pt x="365819" y="57099"/>
                  <a:pt x="365915" y="58004"/>
                </a:cubicBezTo>
                <a:cubicBezTo>
                  <a:pt x="366486" y="65147"/>
                  <a:pt x="362867" y="72053"/>
                  <a:pt x="356627" y="75577"/>
                </a:cubicBezTo>
                <a:cubicBezTo>
                  <a:pt x="355913" y="75958"/>
                  <a:pt x="355246" y="76339"/>
                  <a:pt x="354580" y="76815"/>
                </a:cubicBezTo>
                <a:cubicBezTo>
                  <a:pt x="351436" y="79196"/>
                  <a:pt x="347626" y="80434"/>
                  <a:pt x="343673" y="80434"/>
                </a:cubicBezTo>
                <a:cubicBezTo>
                  <a:pt x="341863" y="80434"/>
                  <a:pt x="340006" y="80148"/>
                  <a:pt x="338196" y="79625"/>
                </a:cubicBezTo>
                <a:cubicBezTo>
                  <a:pt x="332576" y="77815"/>
                  <a:pt x="328194" y="73481"/>
                  <a:pt x="326385" y="67862"/>
                </a:cubicBezTo>
                <a:cubicBezTo>
                  <a:pt x="320193" y="49146"/>
                  <a:pt x="302810" y="36526"/>
                  <a:pt x="283282" y="36526"/>
                </a:cubicBezTo>
                <a:cubicBezTo>
                  <a:pt x="269089" y="36526"/>
                  <a:pt x="255945" y="43098"/>
                  <a:pt x="247134" y="54670"/>
                </a:cubicBezTo>
                <a:cubicBezTo>
                  <a:pt x="243657" y="59195"/>
                  <a:pt x="238275" y="61814"/>
                  <a:pt x="232608" y="61814"/>
                </a:cubicBezTo>
                <a:cubicBezTo>
                  <a:pt x="231988" y="61814"/>
                  <a:pt x="231465" y="61814"/>
                  <a:pt x="230893" y="61766"/>
                </a:cubicBezTo>
                <a:cubicBezTo>
                  <a:pt x="224606" y="61147"/>
                  <a:pt x="219129" y="57337"/>
                  <a:pt x="216272" y="51765"/>
                </a:cubicBezTo>
                <a:cubicBezTo>
                  <a:pt x="211604" y="42336"/>
                  <a:pt x="202317" y="36526"/>
                  <a:pt x="191935" y="36526"/>
                </a:cubicBezTo>
                <a:cubicBezTo>
                  <a:pt x="180647" y="36526"/>
                  <a:pt x="170312" y="43765"/>
                  <a:pt x="166407" y="54528"/>
                </a:cubicBezTo>
                <a:cubicBezTo>
                  <a:pt x="164311" y="60195"/>
                  <a:pt x="159549" y="64481"/>
                  <a:pt x="153643" y="65957"/>
                </a:cubicBezTo>
                <a:cubicBezTo>
                  <a:pt x="152214" y="66338"/>
                  <a:pt x="150738" y="66528"/>
                  <a:pt x="149261" y="66528"/>
                </a:cubicBezTo>
                <a:cubicBezTo>
                  <a:pt x="144832" y="66528"/>
                  <a:pt x="140450" y="64909"/>
                  <a:pt x="137069" y="61861"/>
                </a:cubicBezTo>
                <a:cubicBezTo>
                  <a:pt x="133402" y="58671"/>
                  <a:pt x="127353" y="54766"/>
                  <a:pt x="118875" y="54766"/>
                </a:cubicBezTo>
                <a:cubicBezTo>
                  <a:pt x="103778" y="54766"/>
                  <a:pt x="91490" y="67052"/>
                  <a:pt x="91490" y="82149"/>
                </a:cubicBezTo>
                <a:cubicBezTo>
                  <a:pt x="91490" y="97292"/>
                  <a:pt x="103778" y="109627"/>
                  <a:pt x="118875" y="109627"/>
                </a:cubicBezTo>
                <a:cubicBezTo>
                  <a:pt x="120733" y="109627"/>
                  <a:pt x="122828" y="109293"/>
                  <a:pt x="125162" y="108769"/>
                </a:cubicBezTo>
                <a:cubicBezTo>
                  <a:pt x="126496" y="108436"/>
                  <a:pt x="127925" y="108293"/>
                  <a:pt x="129306" y="108293"/>
                </a:cubicBezTo>
                <a:cubicBezTo>
                  <a:pt x="137164" y="108293"/>
                  <a:pt x="144451" y="113484"/>
                  <a:pt x="146737" y="121342"/>
                </a:cubicBezTo>
                <a:cubicBezTo>
                  <a:pt x="147690" y="124628"/>
                  <a:pt x="150785" y="127866"/>
                  <a:pt x="155405" y="127866"/>
                </a:cubicBezTo>
                <a:cubicBezTo>
                  <a:pt x="158882" y="127866"/>
                  <a:pt x="161215" y="125818"/>
                  <a:pt x="162311" y="124532"/>
                </a:cubicBezTo>
                <a:cubicBezTo>
                  <a:pt x="165502" y="120723"/>
                  <a:pt x="170169" y="118437"/>
                  <a:pt x="175170" y="118103"/>
                </a:cubicBezTo>
                <a:cubicBezTo>
                  <a:pt x="175503" y="118056"/>
                  <a:pt x="175884" y="118056"/>
                  <a:pt x="176218" y="118056"/>
                </a:cubicBezTo>
                <a:cubicBezTo>
                  <a:pt x="180885" y="118056"/>
                  <a:pt x="185267" y="119770"/>
                  <a:pt x="188648" y="122961"/>
                </a:cubicBezTo>
                <a:cubicBezTo>
                  <a:pt x="191173" y="125199"/>
                  <a:pt x="195268" y="127866"/>
                  <a:pt x="201031" y="127866"/>
                </a:cubicBezTo>
                <a:cubicBezTo>
                  <a:pt x="208509" y="127866"/>
                  <a:pt x="215176" y="123437"/>
                  <a:pt x="217939" y="116579"/>
                </a:cubicBezTo>
                <a:cubicBezTo>
                  <a:pt x="220415" y="110674"/>
                  <a:pt x="225702" y="106531"/>
                  <a:pt x="231988" y="105483"/>
                </a:cubicBezTo>
                <a:cubicBezTo>
                  <a:pt x="232941" y="105341"/>
                  <a:pt x="233893" y="105245"/>
                  <a:pt x="234846" y="105245"/>
                </a:cubicBezTo>
                <a:cubicBezTo>
                  <a:pt x="240180" y="105245"/>
                  <a:pt x="245229" y="107579"/>
                  <a:pt x="248753" y="111674"/>
                </a:cubicBezTo>
                <a:cubicBezTo>
                  <a:pt x="257564" y="122008"/>
                  <a:pt x="270185" y="127961"/>
                  <a:pt x="283330" y="127961"/>
                </a:cubicBezTo>
                <a:cubicBezTo>
                  <a:pt x="299285" y="127961"/>
                  <a:pt x="313859" y="119627"/>
                  <a:pt x="322241" y="105674"/>
                </a:cubicBezTo>
                <a:cubicBezTo>
                  <a:pt x="325289" y="100674"/>
                  <a:pt x="330528" y="97435"/>
                  <a:pt x="336386" y="96959"/>
                </a:cubicBezTo>
                <a:cubicBezTo>
                  <a:pt x="336910" y="96816"/>
                  <a:pt x="337386" y="96816"/>
                  <a:pt x="337910" y="96816"/>
                </a:cubicBezTo>
                <a:cubicBezTo>
                  <a:pt x="343292" y="96816"/>
                  <a:pt x="348340" y="99150"/>
                  <a:pt x="351770" y="103198"/>
                </a:cubicBezTo>
                <a:cubicBezTo>
                  <a:pt x="353865" y="105626"/>
                  <a:pt x="358390" y="109674"/>
                  <a:pt x="365534" y="109674"/>
                </a:cubicBezTo>
                <a:cubicBezTo>
                  <a:pt x="372106" y="109674"/>
                  <a:pt x="378012" y="106103"/>
                  <a:pt x="381346" y="100197"/>
                </a:cubicBezTo>
                <a:cubicBezTo>
                  <a:pt x="384537" y="94483"/>
                  <a:pt x="390680" y="90911"/>
                  <a:pt x="397205" y="90911"/>
                </a:cubicBezTo>
                <a:cubicBezTo>
                  <a:pt x="397777" y="90911"/>
                  <a:pt x="398301" y="90911"/>
                  <a:pt x="398825" y="91006"/>
                </a:cubicBezTo>
                <a:cubicBezTo>
                  <a:pt x="399729" y="91054"/>
                  <a:pt x="400539" y="91149"/>
                  <a:pt x="401444" y="91292"/>
                </a:cubicBezTo>
                <a:lnTo>
                  <a:pt x="401682" y="91292"/>
                </a:lnTo>
                <a:cubicBezTo>
                  <a:pt x="421685" y="91292"/>
                  <a:pt x="436926" y="75291"/>
                  <a:pt x="436926" y="54861"/>
                </a:cubicBezTo>
                <a:cubicBezTo>
                  <a:pt x="436926" y="34383"/>
                  <a:pt x="421638" y="18287"/>
                  <a:pt x="402063" y="18287"/>
                </a:cubicBezTo>
                <a:close/>
                <a:moveTo>
                  <a:pt x="402016" y="0"/>
                </a:moveTo>
                <a:cubicBezTo>
                  <a:pt x="432258" y="0"/>
                  <a:pt x="455214" y="24525"/>
                  <a:pt x="455214" y="54861"/>
                </a:cubicBezTo>
                <a:cubicBezTo>
                  <a:pt x="455214" y="85149"/>
                  <a:pt x="432258" y="109674"/>
                  <a:pt x="402016" y="109674"/>
                </a:cubicBezTo>
                <a:cubicBezTo>
                  <a:pt x="400349" y="109674"/>
                  <a:pt x="398825" y="109388"/>
                  <a:pt x="397205" y="109198"/>
                </a:cubicBezTo>
                <a:cubicBezTo>
                  <a:pt x="390966" y="120342"/>
                  <a:pt x="379155" y="127961"/>
                  <a:pt x="365486" y="127961"/>
                </a:cubicBezTo>
                <a:cubicBezTo>
                  <a:pt x="354389" y="127961"/>
                  <a:pt x="344530" y="122866"/>
                  <a:pt x="337863" y="115103"/>
                </a:cubicBezTo>
                <a:cubicBezTo>
                  <a:pt x="326718" y="133724"/>
                  <a:pt x="306524" y="146201"/>
                  <a:pt x="283282" y="146201"/>
                </a:cubicBezTo>
                <a:cubicBezTo>
                  <a:pt x="263803" y="146201"/>
                  <a:pt x="246515" y="137343"/>
                  <a:pt x="234798" y="123580"/>
                </a:cubicBezTo>
                <a:cubicBezTo>
                  <a:pt x="229369" y="136867"/>
                  <a:pt x="216272" y="146201"/>
                  <a:pt x="201031" y="146201"/>
                </a:cubicBezTo>
                <a:cubicBezTo>
                  <a:pt x="191458" y="146201"/>
                  <a:pt x="182790" y="142486"/>
                  <a:pt x="176218" y="136390"/>
                </a:cubicBezTo>
                <a:cubicBezTo>
                  <a:pt x="171169" y="142343"/>
                  <a:pt x="163787" y="146201"/>
                  <a:pt x="155310" y="146201"/>
                </a:cubicBezTo>
                <a:cubicBezTo>
                  <a:pt x="142927" y="146201"/>
                  <a:pt x="132592" y="137962"/>
                  <a:pt x="129210" y="126628"/>
                </a:cubicBezTo>
                <a:cubicBezTo>
                  <a:pt x="125877" y="127390"/>
                  <a:pt x="122400" y="127961"/>
                  <a:pt x="118780" y="127961"/>
                </a:cubicBezTo>
                <a:cubicBezTo>
                  <a:pt x="93586" y="127961"/>
                  <a:pt x="73106" y="107484"/>
                  <a:pt x="73106" y="82244"/>
                </a:cubicBezTo>
                <a:cubicBezTo>
                  <a:pt x="73106" y="57004"/>
                  <a:pt x="93586" y="36574"/>
                  <a:pt x="118780" y="36574"/>
                </a:cubicBezTo>
                <a:cubicBezTo>
                  <a:pt x="130496" y="36574"/>
                  <a:pt x="141117" y="41098"/>
                  <a:pt x="149118" y="48289"/>
                </a:cubicBezTo>
                <a:cubicBezTo>
                  <a:pt x="155548" y="30859"/>
                  <a:pt x="172217" y="18287"/>
                  <a:pt x="191887" y="18287"/>
                </a:cubicBezTo>
                <a:cubicBezTo>
                  <a:pt x="209794" y="18287"/>
                  <a:pt x="225083" y="28669"/>
                  <a:pt x="232608" y="43574"/>
                </a:cubicBezTo>
                <a:cubicBezTo>
                  <a:pt x="244276" y="28335"/>
                  <a:pt x="262565" y="18287"/>
                  <a:pt x="283282" y="18287"/>
                </a:cubicBezTo>
                <a:cubicBezTo>
                  <a:pt x="311478" y="18287"/>
                  <a:pt x="335243" y="36812"/>
                  <a:pt x="343673" y="62242"/>
                </a:cubicBezTo>
                <a:cubicBezTo>
                  <a:pt x="344959" y="61290"/>
                  <a:pt x="346245" y="60433"/>
                  <a:pt x="347674" y="59671"/>
                </a:cubicBezTo>
                <a:cubicBezTo>
                  <a:pt x="347578" y="58004"/>
                  <a:pt x="347197" y="56528"/>
                  <a:pt x="347197" y="54861"/>
                </a:cubicBezTo>
                <a:cubicBezTo>
                  <a:pt x="347197" y="24525"/>
                  <a:pt x="371773" y="0"/>
                  <a:pt x="4020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1ed28cfa71_0_465"/>
          <p:cNvSpPr/>
          <p:nvPr/>
        </p:nvSpPr>
        <p:spPr>
          <a:xfrm>
            <a:off x="4486240" y="4644384"/>
            <a:ext cx="450906" cy="319983"/>
          </a:xfrm>
          <a:custGeom>
            <a:rect b="b" l="l" r="r" t="t"/>
            <a:pathLst>
              <a:path extrusionOk="0" h="603742" w="609332">
                <a:moveTo>
                  <a:pt x="345243" y="467056"/>
                </a:moveTo>
                <a:cubicBezTo>
                  <a:pt x="327741" y="467056"/>
                  <a:pt x="313466" y="481310"/>
                  <a:pt x="313466" y="498884"/>
                </a:cubicBezTo>
                <a:lnTo>
                  <a:pt x="313466" y="534130"/>
                </a:lnTo>
                <a:cubicBezTo>
                  <a:pt x="313466" y="551606"/>
                  <a:pt x="327741" y="565860"/>
                  <a:pt x="345243" y="565860"/>
                </a:cubicBezTo>
                <a:lnTo>
                  <a:pt x="380637" y="565860"/>
                </a:lnTo>
                <a:cubicBezTo>
                  <a:pt x="398139" y="565860"/>
                  <a:pt x="412414" y="551606"/>
                  <a:pt x="412414" y="534130"/>
                </a:cubicBezTo>
                <a:lnTo>
                  <a:pt x="412414" y="498884"/>
                </a:lnTo>
                <a:cubicBezTo>
                  <a:pt x="412414" y="481310"/>
                  <a:pt x="398139" y="467056"/>
                  <a:pt x="380637" y="467056"/>
                </a:cubicBezTo>
                <a:close/>
                <a:moveTo>
                  <a:pt x="207478" y="467056"/>
                </a:moveTo>
                <a:cubicBezTo>
                  <a:pt x="189976" y="467056"/>
                  <a:pt x="175701" y="481310"/>
                  <a:pt x="175701" y="498884"/>
                </a:cubicBezTo>
                <a:lnTo>
                  <a:pt x="175701" y="534130"/>
                </a:lnTo>
                <a:cubicBezTo>
                  <a:pt x="175701" y="551606"/>
                  <a:pt x="189976" y="565860"/>
                  <a:pt x="207478" y="565860"/>
                </a:cubicBezTo>
                <a:lnTo>
                  <a:pt x="242872" y="565860"/>
                </a:lnTo>
                <a:cubicBezTo>
                  <a:pt x="260374" y="565860"/>
                  <a:pt x="274649" y="551606"/>
                  <a:pt x="274649" y="534130"/>
                </a:cubicBezTo>
                <a:lnTo>
                  <a:pt x="274649" y="498884"/>
                </a:lnTo>
                <a:cubicBezTo>
                  <a:pt x="274649" y="481310"/>
                  <a:pt x="260374" y="467056"/>
                  <a:pt x="242872" y="467056"/>
                </a:cubicBezTo>
                <a:close/>
                <a:moveTo>
                  <a:pt x="69713" y="467056"/>
                </a:moveTo>
                <a:cubicBezTo>
                  <a:pt x="52212" y="467056"/>
                  <a:pt x="37937" y="481310"/>
                  <a:pt x="37937" y="498884"/>
                </a:cubicBezTo>
                <a:lnTo>
                  <a:pt x="37937" y="534130"/>
                </a:lnTo>
                <a:cubicBezTo>
                  <a:pt x="37937" y="551606"/>
                  <a:pt x="52212" y="565860"/>
                  <a:pt x="69713" y="565860"/>
                </a:cubicBezTo>
                <a:lnTo>
                  <a:pt x="105108" y="565860"/>
                </a:lnTo>
                <a:cubicBezTo>
                  <a:pt x="122609" y="565860"/>
                  <a:pt x="136885" y="551606"/>
                  <a:pt x="136885" y="534130"/>
                </a:cubicBezTo>
                <a:lnTo>
                  <a:pt x="136885" y="498884"/>
                </a:lnTo>
                <a:cubicBezTo>
                  <a:pt x="136885" y="481310"/>
                  <a:pt x="122609" y="467056"/>
                  <a:pt x="105108" y="467056"/>
                </a:cubicBezTo>
                <a:close/>
                <a:moveTo>
                  <a:pt x="478607" y="132859"/>
                </a:moveTo>
                <a:lnTo>
                  <a:pt x="577555" y="132859"/>
                </a:lnTo>
                <a:lnTo>
                  <a:pt x="609332" y="469009"/>
                </a:lnTo>
                <a:lnTo>
                  <a:pt x="609332" y="603742"/>
                </a:lnTo>
                <a:lnTo>
                  <a:pt x="446830" y="603742"/>
                </a:lnTo>
                <a:lnTo>
                  <a:pt x="386797" y="603742"/>
                </a:lnTo>
                <a:lnTo>
                  <a:pt x="0" y="603742"/>
                </a:lnTo>
                <a:lnTo>
                  <a:pt x="0" y="349799"/>
                </a:lnTo>
                <a:lnTo>
                  <a:pt x="150084" y="273938"/>
                </a:lnTo>
                <a:lnTo>
                  <a:pt x="150084" y="348920"/>
                </a:lnTo>
                <a:lnTo>
                  <a:pt x="298506" y="273938"/>
                </a:lnTo>
                <a:lnTo>
                  <a:pt x="298506" y="348920"/>
                </a:lnTo>
                <a:lnTo>
                  <a:pt x="446830" y="273938"/>
                </a:lnTo>
                <a:lnTo>
                  <a:pt x="446830" y="349799"/>
                </a:lnTo>
                <a:lnTo>
                  <a:pt x="446830" y="469009"/>
                </a:lnTo>
                <a:close/>
                <a:moveTo>
                  <a:pt x="238001" y="0"/>
                </a:moveTo>
                <a:cubicBezTo>
                  <a:pt x="238001" y="0"/>
                  <a:pt x="219427" y="70290"/>
                  <a:pt x="386789" y="18744"/>
                </a:cubicBezTo>
                <a:cubicBezTo>
                  <a:pt x="554054" y="-32899"/>
                  <a:pt x="569109" y="109925"/>
                  <a:pt x="569109" y="109925"/>
                </a:cubicBezTo>
                <a:lnTo>
                  <a:pt x="479073" y="109925"/>
                </a:lnTo>
                <a:cubicBezTo>
                  <a:pt x="475065" y="55744"/>
                  <a:pt x="386300" y="80833"/>
                  <a:pt x="296754" y="70290"/>
                </a:cubicBezTo>
                <a:cubicBezTo>
                  <a:pt x="207109" y="59746"/>
                  <a:pt x="238001" y="0"/>
                  <a:pt x="2380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1ed28cfa71_0_465"/>
          <p:cNvSpPr/>
          <p:nvPr/>
        </p:nvSpPr>
        <p:spPr>
          <a:xfrm>
            <a:off x="5597830" y="4648353"/>
            <a:ext cx="450940" cy="317687"/>
          </a:xfrm>
          <a:custGeom>
            <a:rect b="b" l="l" r="r" t="t"/>
            <a:pathLst>
              <a:path extrusionOk="0" h="593808" w="603264">
                <a:moveTo>
                  <a:pt x="17257" y="533132"/>
                </a:moveTo>
                <a:lnTo>
                  <a:pt x="17257" y="576720"/>
                </a:lnTo>
                <a:lnTo>
                  <a:pt x="586007" y="576720"/>
                </a:lnTo>
                <a:lnTo>
                  <a:pt x="586007" y="533132"/>
                </a:lnTo>
                <a:close/>
                <a:moveTo>
                  <a:pt x="470140" y="339520"/>
                </a:moveTo>
                <a:lnTo>
                  <a:pt x="470140" y="437267"/>
                </a:lnTo>
                <a:lnTo>
                  <a:pt x="555264" y="437267"/>
                </a:lnTo>
                <a:lnTo>
                  <a:pt x="555264" y="339520"/>
                </a:lnTo>
                <a:close/>
                <a:moveTo>
                  <a:pt x="293076" y="339520"/>
                </a:moveTo>
                <a:lnTo>
                  <a:pt x="293076" y="437267"/>
                </a:lnTo>
                <a:lnTo>
                  <a:pt x="378055" y="437267"/>
                </a:lnTo>
                <a:lnTo>
                  <a:pt x="378055" y="339520"/>
                </a:lnTo>
                <a:close/>
                <a:moveTo>
                  <a:pt x="107456" y="339520"/>
                </a:moveTo>
                <a:lnTo>
                  <a:pt x="107456" y="437267"/>
                </a:lnTo>
                <a:lnTo>
                  <a:pt x="192435" y="437267"/>
                </a:lnTo>
                <a:lnTo>
                  <a:pt x="192435" y="339520"/>
                </a:lnTo>
                <a:close/>
                <a:moveTo>
                  <a:pt x="41909" y="102320"/>
                </a:moveTo>
                <a:lnTo>
                  <a:pt x="115287" y="102320"/>
                </a:lnTo>
                <a:lnTo>
                  <a:pt x="115287" y="293615"/>
                </a:lnTo>
                <a:lnTo>
                  <a:pt x="239710" y="247565"/>
                </a:lnTo>
                <a:lnTo>
                  <a:pt x="239710" y="317509"/>
                </a:lnTo>
                <a:lnTo>
                  <a:pt x="428811" y="247565"/>
                </a:lnTo>
                <a:lnTo>
                  <a:pt x="428811" y="312151"/>
                </a:lnTo>
                <a:lnTo>
                  <a:pt x="603264" y="247565"/>
                </a:lnTo>
                <a:lnTo>
                  <a:pt x="603264" y="593808"/>
                </a:lnTo>
                <a:lnTo>
                  <a:pt x="0" y="593808"/>
                </a:lnTo>
                <a:lnTo>
                  <a:pt x="0" y="336334"/>
                </a:lnTo>
                <a:lnTo>
                  <a:pt x="41909" y="320840"/>
                </a:lnTo>
                <a:close/>
                <a:moveTo>
                  <a:pt x="185171" y="0"/>
                </a:moveTo>
                <a:lnTo>
                  <a:pt x="200829" y="6948"/>
                </a:lnTo>
                <a:lnTo>
                  <a:pt x="198799" y="11581"/>
                </a:lnTo>
                <a:cubicBezTo>
                  <a:pt x="183287" y="46468"/>
                  <a:pt x="152407" y="46033"/>
                  <a:pt x="126746" y="45454"/>
                </a:cubicBezTo>
                <a:cubicBezTo>
                  <a:pt x="122976" y="45310"/>
                  <a:pt x="119642" y="45165"/>
                  <a:pt x="116452" y="45165"/>
                </a:cubicBezTo>
                <a:cubicBezTo>
                  <a:pt x="96881" y="45165"/>
                  <a:pt x="82818" y="47481"/>
                  <a:pt x="80063" y="76577"/>
                </a:cubicBezTo>
                <a:lnTo>
                  <a:pt x="79628" y="81644"/>
                </a:lnTo>
                <a:lnTo>
                  <a:pt x="62521" y="80196"/>
                </a:lnTo>
                <a:lnTo>
                  <a:pt x="62956" y="75130"/>
                </a:lnTo>
                <a:cubicBezTo>
                  <a:pt x="67305" y="28228"/>
                  <a:pt x="97895" y="27504"/>
                  <a:pt x="127181" y="28228"/>
                </a:cubicBezTo>
                <a:cubicBezTo>
                  <a:pt x="130950" y="28373"/>
                  <a:pt x="134430" y="28517"/>
                  <a:pt x="138054" y="28517"/>
                </a:cubicBezTo>
                <a:cubicBezTo>
                  <a:pt x="159801" y="28517"/>
                  <a:pt x="174153" y="24609"/>
                  <a:pt x="182997" y="46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1ed28cfa71_0_465"/>
          <p:cNvSpPr/>
          <p:nvPr/>
        </p:nvSpPr>
        <p:spPr>
          <a:xfrm>
            <a:off x="831951" y="4168927"/>
            <a:ext cx="793200" cy="1308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 @Edge A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1ed28cfa71_0_465"/>
          <p:cNvSpPr/>
          <p:nvPr/>
        </p:nvSpPr>
        <p:spPr>
          <a:xfrm>
            <a:off x="1947020" y="4171085"/>
            <a:ext cx="792000" cy="1374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 @Edge B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1ed28cfa71_0_465"/>
          <p:cNvSpPr/>
          <p:nvPr/>
        </p:nvSpPr>
        <p:spPr>
          <a:xfrm>
            <a:off x="3146964" y="4178930"/>
            <a:ext cx="764400" cy="1206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 @Edge A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1ed28cfa71_0_465"/>
          <p:cNvSpPr/>
          <p:nvPr/>
        </p:nvSpPr>
        <p:spPr>
          <a:xfrm>
            <a:off x="4431730" y="4196616"/>
            <a:ext cx="760500" cy="1005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 @Edge C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1ed28cfa71_0_465"/>
          <p:cNvSpPr/>
          <p:nvPr/>
        </p:nvSpPr>
        <p:spPr>
          <a:xfrm>
            <a:off x="5501552" y="4183025"/>
            <a:ext cx="782100" cy="987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 @Edge D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1ed28cfa71_0_465"/>
          <p:cNvSpPr txBox="1"/>
          <p:nvPr/>
        </p:nvSpPr>
        <p:spPr>
          <a:xfrm>
            <a:off x="1529463" y="4347398"/>
            <a:ext cx="26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g31ed28cfa71_0_465"/>
          <p:cNvSpPr txBox="1"/>
          <p:nvPr/>
        </p:nvSpPr>
        <p:spPr>
          <a:xfrm>
            <a:off x="5290439" y="4347398"/>
            <a:ext cx="263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g31ed28cfa71_0_465"/>
          <p:cNvSpPr/>
          <p:nvPr/>
        </p:nvSpPr>
        <p:spPr>
          <a:xfrm>
            <a:off x="950809" y="3859769"/>
            <a:ext cx="578700" cy="130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1ed28cfa71_0_465"/>
          <p:cNvSpPr/>
          <p:nvPr/>
        </p:nvSpPr>
        <p:spPr>
          <a:xfrm>
            <a:off x="1915327" y="3180545"/>
            <a:ext cx="856200" cy="9342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1ed28cfa71_0_465"/>
          <p:cNvSpPr/>
          <p:nvPr/>
        </p:nvSpPr>
        <p:spPr>
          <a:xfrm>
            <a:off x="1968619" y="3353124"/>
            <a:ext cx="731400" cy="259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g31ed28cfa71_0_465"/>
          <p:cNvCxnSpPr>
            <a:stCxn id="600" idx="2"/>
            <a:endCxn id="602" idx="0"/>
          </p:cNvCxnSpPr>
          <p:nvPr/>
        </p:nvCxnSpPr>
        <p:spPr>
          <a:xfrm>
            <a:off x="2334319" y="3612924"/>
            <a:ext cx="0" cy="2484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02" name="Google Shape;602;g31ed28cfa71_0_465"/>
          <p:cNvSpPr/>
          <p:nvPr/>
        </p:nvSpPr>
        <p:spPr>
          <a:xfrm>
            <a:off x="2044981" y="3861377"/>
            <a:ext cx="578700" cy="130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g31ed28cfa71_0_465"/>
          <p:cNvCxnSpPr>
            <a:stCxn id="600" idx="0"/>
            <a:endCxn id="531" idx="4"/>
          </p:cNvCxnSpPr>
          <p:nvPr/>
        </p:nvCxnSpPr>
        <p:spPr>
          <a:xfrm rot="10800000">
            <a:off x="2026819" y="3073524"/>
            <a:ext cx="307500" cy="2796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604" name="Google Shape;604;g31ed28cfa71_0_465"/>
          <p:cNvCxnSpPr>
            <a:stCxn id="605" idx="4"/>
            <a:endCxn id="600" idx="0"/>
          </p:cNvCxnSpPr>
          <p:nvPr/>
        </p:nvCxnSpPr>
        <p:spPr>
          <a:xfrm flipH="1">
            <a:off x="2334192" y="3057521"/>
            <a:ext cx="267600" cy="2955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06" name="Google Shape;606;g31ed28cfa71_0_465"/>
          <p:cNvSpPr/>
          <p:nvPr/>
        </p:nvSpPr>
        <p:spPr>
          <a:xfrm>
            <a:off x="3103285" y="3162211"/>
            <a:ext cx="856200" cy="9342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1ed28cfa71_0_465"/>
          <p:cNvSpPr/>
          <p:nvPr/>
        </p:nvSpPr>
        <p:spPr>
          <a:xfrm>
            <a:off x="3156577" y="3351518"/>
            <a:ext cx="731400" cy="259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g31ed28cfa71_0_465"/>
          <p:cNvCxnSpPr>
            <a:stCxn id="607" idx="2"/>
            <a:endCxn id="609" idx="0"/>
          </p:cNvCxnSpPr>
          <p:nvPr/>
        </p:nvCxnSpPr>
        <p:spPr>
          <a:xfrm>
            <a:off x="3522277" y="3611318"/>
            <a:ext cx="0" cy="2484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09" name="Google Shape;609;g31ed28cfa71_0_465"/>
          <p:cNvSpPr/>
          <p:nvPr/>
        </p:nvSpPr>
        <p:spPr>
          <a:xfrm>
            <a:off x="3232939" y="3859769"/>
            <a:ext cx="578700" cy="130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g31ed28cfa71_0_465"/>
          <p:cNvCxnSpPr>
            <a:stCxn id="607" idx="0"/>
          </p:cNvCxnSpPr>
          <p:nvPr/>
        </p:nvCxnSpPr>
        <p:spPr>
          <a:xfrm flipH="1" rot="10800000">
            <a:off x="3522277" y="3071018"/>
            <a:ext cx="7800" cy="2805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11" name="Google Shape;611;g31ed28cfa71_0_465"/>
          <p:cNvSpPr/>
          <p:nvPr/>
        </p:nvSpPr>
        <p:spPr>
          <a:xfrm>
            <a:off x="4336802" y="3160668"/>
            <a:ext cx="856200" cy="9342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1ed28cfa71_0_465"/>
          <p:cNvSpPr/>
          <p:nvPr/>
        </p:nvSpPr>
        <p:spPr>
          <a:xfrm>
            <a:off x="4390094" y="3341612"/>
            <a:ext cx="731400" cy="259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g31ed28cfa71_0_465"/>
          <p:cNvCxnSpPr>
            <a:stCxn id="612" idx="0"/>
          </p:cNvCxnSpPr>
          <p:nvPr/>
        </p:nvCxnSpPr>
        <p:spPr>
          <a:xfrm rot="10800000">
            <a:off x="4466594" y="3083912"/>
            <a:ext cx="289200" cy="2577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614" name="Google Shape;614;g31ed28cfa71_0_465"/>
          <p:cNvCxnSpPr>
            <a:endCxn id="612" idx="0"/>
          </p:cNvCxnSpPr>
          <p:nvPr/>
        </p:nvCxnSpPr>
        <p:spPr>
          <a:xfrm flipH="1">
            <a:off x="4755794" y="3080012"/>
            <a:ext cx="296100" cy="2616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15" name="Google Shape;615;g31ed28cfa71_0_465"/>
          <p:cNvSpPr/>
          <p:nvPr/>
        </p:nvSpPr>
        <p:spPr>
          <a:xfrm>
            <a:off x="5427586" y="3175833"/>
            <a:ext cx="856200" cy="9567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1ed28cfa71_0_465"/>
          <p:cNvSpPr/>
          <p:nvPr/>
        </p:nvSpPr>
        <p:spPr>
          <a:xfrm>
            <a:off x="5489242" y="3356777"/>
            <a:ext cx="731400" cy="259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Unseen Task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g31ed28cfa71_0_465"/>
          <p:cNvCxnSpPr>
            <a:stCxn id="616" idx="0"/>
            <a:endCxn id="544" idx="4"/>
          </p:cNvCxnSpPr>
          <p:nvPr/>
        </p:nvCxnSpPr>
        <p:spPr>
          <a:xfrm rot="10800000">
            <a:off x="5853742" y="3072377"/>
            <a:ext cx="1200" cy="2844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618" name="Google Shape;618;g31ed28cfa71_0_465"/>
          <p:cNvCxnSpPr>
            <a:stCxn id="612" idx="2"/>
            <a:endCxn id="619" idx="0"/>
          </p:cNvCxnSpPr>
          <p:nvPr/>
        </p:nvCxnSpPr>
        <p:spPr>
          <a:xfrm flipH="1">
            <a:off x="4755194" y="3601412"/>
            <a:ext cx="600" cy="2652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19" name="Google Shape;619;g31ed28cfa71_0_465"/>
          <p:cNvSpPr/>
          <p:nvPr/>
        </p:nvSpPr>
        <p:spPr>
          <a:xfrm>
            <a:off x="4465778" y="3866600"/>
            <a:ext cx="578700" cy="130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g31ed28cfa71_0_465"/>
          <p:cNvCxnSpPr>
            <a:stCxn id="616" idx="2"/>
            <a:endCxn id="621" idx="0"/>
          </p:cNvCxnSpPr>
          <p:nvPr/>
        </p:nvCxnSpPr>
        <p:spPr>
          <a:xfrm>
            <a:off x="5854942" y="3616577"/>
            <a:ext cx="2700" cy="253200"/>
          </a:xfrm>
          <a:prstGeom prst="straightConnector1">
            <a:avLst/>
          </a:prstGeom>
          <a:noFill/>
          <a:ln cap="flat" cmpd="sng" w="25400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21" name="Google Shape;621;g31ed28cfa71_0_465"/>
          <p:cNvSpPr/>
          <p:nvPr/>
        </p:nvSpPr>
        <p:spPr>
          <a:xfrm>
            <a:off x="5568379" y="3869740"/>
            <a:ext cx="578700" cy="130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g31ed28cfa71_0_465"/>
          <p:cNvGrpSpPr/>
          <p:nvPr/>
        </p:nvGrpSpPr>
        <p:grpSpPr>
          <a:xfrm>
            <a:off x="3311892" y="2711322"/>
            <a:ext cx="435017" cy="338130"/>
            <a:chOff x="3838901" y="3259753"/>
            <a:chExt cx="602100" cy="487500"/>
          </a:xfrm>
        </p:grpSpPr>
        <p:sp>
          <p:nvSpPr>
            <p:cNvPr id="623" name="Google Shape;623;g31ed28cfa71_0_465"/>
            <p:cNvSpPr/>
            <p:nvPr/>
          </p:nvSpPr>
          <p:spPr>
            <a:xfrm>
              <a:off x="4173131" y="3372325"/>
              <a:ext cx="131100" cy="93300"/>
            </a:xfrm>
            <a:prstGeom prst="triangle">
              <a:avLst>
                <a:gd fmla="val 50000" name="adj"/>
              </a:avLst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4" name="Google Shape;624;g31ed28cfa71_0_465"/>
            <p:cNvSpPr/>
            <p:nvPr/>
          </p:nvSpPr>
          <p:spPr>
            <a:xfrm>
              <a:off x="4177981" y="3523103"/>
              <a:ext cx="131100" cy="93300"/>
            </a:xfrm>
            <a:prstGeom prst="triangle">
              <a:avLst>
                <a:gd fmla="val 50000" name="adj"/>
              </a:avLst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5" name="Google Shape;625;g31ed28cfa71_0_465"/>
            <p:cNvSpPr/>
            <p:nvPr/>
          </p:nvSpPr>
          <p:spPr>
            <a:xfrm>
              <a:off x="3986557" y="3384870"/>
              <a:ext cx="106800" cy="88800"/>
            </a:xfrm>
            <a:prstGeom prst="rect">
              <a:avLst/>
            </a:prstGeom>
            <a:solidFill>
              <a:srgbClr val="EA002F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6" name="Google Shape;626;g31ed28cfa71_0_465"/>
            <p:cNvSpPr/>
            <p:nvPr/>
          </p:nvSpPr>
          <p:spPr>
            <a:xfrm>
              <a:off x="3986557" y="3534670"/>
              <a:ext cx="106800" cy="88800"/>
            </a:xfrm>
            <a:prstGeom prst="rect">
              <a:avLst/>
            </a:prstGeom>
            <a:solidFill>
              <a:srgbClr val="EA002F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g31ed28cfa71_0_465"/>
            <p:cNvSpPr/>
            <p:nvPr/>
          </p:nvSpPr>
          <p:spPr>
            <a:xfrm>
              <a:off x="3838901" y="3259753"/>
              <a:ext cx="602100" cy="487500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28" name="Google Shape;628;g31ed28cfa71_0_465"/>
          <p:cNvSpPr/>
          <p:nvPr/>
        </p:nvSpPr>
        <p:spPr>
          <a:xfrm>
            <a:off x="2627661" y="2904217"/>
            <a:ext cx="86700" cy="756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5" name="Google Shape;605;g31ed28cfa71_0_465"/>
          <p:cNvSpPr/>
          <p:nvPr/>
        </p:nvSpPr>
        <p:spPr>
          <a:xfrm>
            <a:off x="2384292" y="2719421"/>
            <a:ext cx="435000" cy="338100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g31ed28cfa71_0_465"/>
          <p:cNvSpPr/>
          <p:nvPr/>
        </p:nvSpPr>
        <p:spPr>
          <a:xfrm>
            <a:off x="2626435" y="2785444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g31ed28cfa71_0_465"/>
          <p:cNvSpPr/>
          <p:nvPr/>
        </p:nvSpPr>
        <p:spPr>
          <a:xfrm>
            <a:off x="2499040" y="2787591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g31ed28cfa71_0_465"/>
          <p:cNvSpPr/>
          <p:nvPr/>
        </p:nvSpPr>
        <p:spPr>
          <a:xfrm>
            <a:off x="2503130" y="2902147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g31ed28cfa71_0_465"/>
          <p:cNvSpPr/>
          <p:nvPr/>
        </p:nvSpPr>
        <p:spPr>
          <a:xfrm>
            <a:off x="4336878" y="2814333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g31ed28cfa71_0_465"/>
          <p:cNvSpPr/>
          <p:nvPr/>
        </p:nvSpPr>
        <p:spPr>
          <a:xfrm>
            <a:off x="4480079" y="2814333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g31ed28cfa71_0_465"/>
          <p:cNvSpPr/>
          <p:nvPr/>
        </p:nvSpPr>
        <p:spPr>
          <a:xfrm>
            <a:off x="5746320" y="2920858"/>
            <a:ext cx="86700" cy="756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g31ed28cfa71_0_465"/>
          <p:cNvSpPr/>
          <p:nvPr/>
        </p:nvSpPr>
        <p:spPr>
          <a:xfrm>
            <a:off x="5745094" y="2802085"/>
            <a:ext cx="87900" cy="75900"/>
          </a:xfrm>
          <a:prstGeom prst="diamond">
            <a:avLst/>
          </a:prstGeom>
          <a:solidFill>
            <a:srgbClr val="00B05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g31ed28cfa71_0_465"/>
          <p:cNvSpPr/>
          <p:nvPr/>
        </p:nvSpPr>
        <p:spPr>
          <a:xfrm>
            <a:off x="2214267" y="1230270"/>
            <a:ext cx="167100" cy="1677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7" name="Google Shape;637;g31ed28cfa71_0_465"/>
          <p:cNvSpPr/>
          <p:nvPr/>
        </p:nvSpPr>
        <p:spPr>
          <a:xfrm>
            <a:off x="3304216" y="1754586"/>
            <a:ext cx="167100" cy="1677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8" name="Google Shape;638;g31ed28cfa71_0_465"/>
          <p:cNvSpPr/>
          <p:nvPr/>
        </p:nvSpPr>
        <p:spPr>
          <a:xfrm>
            <a:off x="3991436" y="1685437"/>
            <a:ext cx="167100" cy="1779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g31ed28cfa71_0_465"/>
          <p:cNvSpPr/>
          <p:nvPr/>
        </p:nvSpPr>
        <p:spPr>
          <a:xfrm>
            <a:off x="4884578" y="1685437"/>
            <a:ext cx="167100" cy="1743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g31ed28cfa71_0_465"/>
          <p:cNvSpPr txBox="1"/>
          <p:nvPr/>
        </p:nvSpPr>
        <p:spPr>
          <a:xfrm>
            <a:off x="6346541" y="1080352"/>
            <a:ext cx="2742300" cy="180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" sz="800" u="none" cap="none" strike="noStrike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small sample size and heterogeneous edge data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Knowledge lib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cloud provides memory. The sample knowledge accumulated on the edge is continuously updated and persistently stored, thereby mitigating the problem of </a:t>
            </a:r>
            <a:r>
              <a:rPr b="1" i="0" lang="en" sz="800" u="none" cap="none" strike="noStrike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catastrophic forgetting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combining</a:t>
            </a:r>
            <a:r>
              <a:rPr b="1" i="0" lang="en" sz="800" u="none" cap="none" strike="noStrike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 incremental training and multi-task training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well as cross-temporal and cross-scenario knowledge transfer, it’s able to better handle unknown tasks.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1ed28cfa71_0_473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Cloud-Edge Collaboration Federated Learning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646" name="Google Shape;646;g31ed28cfa71_0_473"/>
          <p:cNvSpPr/>
          <p:nvPr/>
        </p:nvSpPr>
        <p:spPr>
          <a:xfrm>
            <a:off x="4421147" y="2164288"/>
            <a:ext cx="2004300" cy="1990200"/>
          </a:xfrm>
          <a:prstGeom prst="roundRect">
            <a:avLst>
              <a:gd fmla="val 9405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1ed28cfa71_0_473"/>
          <p:cNvSpPr/>
          <p:nvPr/>
        </p:nvSpPr>
        <p:spPr>
          <a:xfrm>
            <a:off x="4637882" y="2459420"/>
            <a:ext cx="1657200" cy="8637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1ed28cfa71_0_473"/>
          <p:cNvSpPr/>
          <p:nvPr/>
        </p:nvSpPr>
        <p:spPr>
          <a:xfrm>
            <a:off x="1060403" y="1901851"/>
            <a:ext cx="2909400" cy="1323600"/>
          </a:xfrm>
          <a:prstGeom prst="roundRect">
            <a:avLst>
              <a:gd fmla="val 8854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Edge 1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1ed28cfa71_0_473"/>
          <p:cNvSpPr/>
          <p:nvPr/>
        </p:nvSpPr>
        <p:spPr>
          <a:xfrm>
            <a:off x="1767686" y="2154870"/>
            <a:ext cx="1974600" cy="10380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1ed28cfa71_0_473"/>
          <p:cNvSpPr/>
          <p:nvPr/>
        </p:nvSpPr>
        <p:spPr>
          <a:xfrm>
            <a:off x="4965577" y="2676856"/>
            <a:ext cx="934500" cy="3507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1ed28cfa71_0_473"/>
          <p:cNvSpPr/>
          <p:nvPr/>
        </p:nvSpPr>
        <p:spPr>
          <a:xfrm>
            <a:off x="1047738" y="3350906"/>
            <a:ext cx="2922300" cy="1389300"/>
          </a:xfrm>
          <a:prstGeom prst="roundRect">
            <a:avLst>
              <a:gd fmla="val 8854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Edge 2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1ed28cfa71_0_473"/>
          <p:cNvSpPr/>
          <p:nvPr/>
        </p:nvSpPr>
        <p:spPr>
          <a:xfrm>
            <a:off x="4622303" y="3526309"/>
            <a:ext cx="1657200" cy="497100"/>
          </a:xfrm>
          <a:prstGeom prst="roundRect">
            <a:avLst>
              <a:gd fmla="val 16667" name="adj"/>
            </a:avLst>
          </a:prstGeom>
          <a:solidFill>
            <a:srgbClr val="1C77C8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Sedna Federated-Learning Service API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1ed28cfa71_0_473"/>
          <p:cNvSpPr/>
          <p:nvPr/>
        </p:nvSpPr>
        <p:spPr>
          <a:xfrm>
            <a:off x="6285042" y="3697121"/>
            <a:ext cx="197400" cy="72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g31ed28cfa71_0_473"/>
          <p:cNvGrpSpPr/>
          <p:nvPr/>
        </p:nvGrpSpPr>
        <p:grpSpPr>
          <a:xfrm>
            <a:off x="6516187" y="3588475"/>
            <a:ext cx="286151" cy="259568"/>
            <a:chOff x="2465388" y="5186363"/>
            <a:chExt cx="577849" cy="481037"/>
          </a:xfrm>
        </p:grpSpPr>
        <p:sp>
          <p:nvSpPr>
            <p:cNvPr id="655" name="Google Shape;655;g31ed28cfa71_0_473"/>
            <p:cNvSpPr/>
            <p:nvPr/>
          </p:nvSpPr>
          <p:spPr>
            <a:xfrm>
              <a:off x="2752725" y="5613400"/>
              <a:ext cx="525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31ed28cfa71_0_473"/>
            <p:cNvSpPr/>
            <p:nvPr/>
          </p:nvSpPr>
          <p:spPr>
            <a:xfrm>
              <a:off x="2832100" y="5613400"/>
              <a:ext cx="540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31ed28cfa71_0_473"/>
            <p:cNvSpPr/>
            <p:nvPr/>
          </p:nvSpPr>
          <p:spPr>
            <a:xfrm>
              <a:off x="2638425" y="5411788"/>
              <a:ext cx="312737" cy="241300"/>
            </a:xfrm>
            <a:custGeom>
              <a:rect b="b" l="l" r="r" t="t"/>
              <a:pathLst>
                <a:path extrusionOk="0" h="183" w="238">
                  <a:moveTo>
                    <a:pt x="229" y="183"/>
                  </a:moveTo>
                  <a:cubicBezTo>
                    <a:pt x="169" y="183"/>
                    <a:pt x="169" y="183"/>
                    <a:pt x="169" y="183"/>
                  </a:cubicBezTo>
                  <a:cubicBezTo>
                    <a:pt x="169" y="165"/>
                    <a:pt x="169" y="165"/>
                    <a:pt x="169" y="165"/>
                  </a:cubicBezTo>
                  <a:cubicBezTo>
                    <a:pt x="220" y="165"/>
                    <a:pt x="220" y="165"/>
                    <a:pt x="220" y="165"/>
                  </a:cubicBezTo>
                  <a:cubicBezTo>
                    <a:pt x="220" y="55"/>
                    <a:pt x="220" y="55"/>
                    <a:pt x="220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5" y="55"/>
                    <a:pt x="122" y="54"/>
                    <a:pt x="120" y="51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65"/>
                    <a:pt x="18" y="165"/>
                    <a:pt x="18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83"/>
                    <a:pt x="106" y="183"/>
                    <a:pt x="106" y="183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4" y="183"/>
                    <a:pt x="0" y="179"/>
                    <a:pt x="0" y="17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2"/>
                    <a:pt x="108" y="4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33" y="37"/>
                    <a:pt x="238" y="41"/>
                    <a:pt x="238" y="46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8" y="179"/>
                    <a:pt x="233" y="183"/>
                    <a:pt x="229" y="183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31ed28cfa71_0_473"/>
            <p:cNvSpPr/>
            <p:nvPr/>
          </p:nvSpPr>
          <p:spPr>
            <a:xfrm>
              <a:off x="2684463" y="5365750"/>
              <a:ext cx="312737" cy="239713"/>
            </a:xfrm>
            <a:custGeom>
              <a:rect b="b" l="l" r="r" t="t"/>
              <a:pathLst>
                <a:path extrusionOk="0" h="183" w="238">
                  <a:moveTo>
                    <a:pt x="229" y="183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194" y="165"/>
                    <a:pt x="194" y="165"/>
                    <a:pt x="194" y="165"/>
                  </a:cubicBezTo>
                  <a:cubicBezTo>
                    <a:pt x="220" y="165"/>
                    <a:pt x="220" y="165"/>
                    <a:pt x="220" y="165"/>
                  </a:cubicBezTo>
                  <a:cubicBezTo>
                    <a:pt x="220" y="55"/>
                    <a:pt x="220" y="55"/>
                    <a:pt x="220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5" y="55"/>
                    <a:pt x="122" y="54"/>
                    <a:pt x="120" y="52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2"/>
                    <a:pt x="108" y="4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34" y="37"/>
                    <a:pt x="238" y="41"/>
                    <a:pt x="238" y="46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8" y="179"/>
                    <a:pt x="234" y="183"/>
                    <a:pt x="229" y="183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31ed28cfa71_0_473"/>
            <p:cNvSpPr/>
            <p:nvPr/>
          </p:nvSpPr>
          <p:spPr>
            <a:xfrm>
              <a:off x="2730500" y="5319713"/>
              <a:ext cx="312737" cy="238125"/>
            </a:xfrm>
            <a:custGeom>
              <a:rect b="b" l="l" r="r" t="t"/>
              <a:pathLst>
                <a:path extrusionOk="0" h="182" w="238">
                  <a:moveTo>
                    <a:pt x="229" y="182"/>
                  </a:moveTo>
                  <a:cubicBezTo>
                    <a:pt x="194" y="182"/>
                    <a:pt x="194" y="182"/>
                    <a:pt x="194" y="182"/>
                  </a:cubicBezTo>
                  <a:cubicBezTo>
                    <a:pt x="194" y="164"/>
                    <a:pt x="194" y="164"/>
                    <a:pt x="194" y="164"/>
                  </a:cubicBezTo>
                  <a:cubicBezTo>
                    <a:pt x="220" y="164"/>
                    <a:pt x="220" y="164"/>
                    <a:pt x="220" y="164"/>
                  </a:cubicBezTo>
                  <a:cubicBezTo>
                    <a:pt x="220" y="54"/>
                    <a:pt x="220" y="54"/>
                    <a:pt x="220" y="54"/>
                  </a:cubicBezTo>
                  <a:cubicBezTo>
                    <a:pt x="128" y="54"/>
                    <a:pt x="128" y="54"/>
                    <a:pt x="128" y="54"/>
                  </a:cubicBezTo>
                  <a:cubicBezTo>
                    <a:pt x="125" y="54"/>
                    <a:pt x="122" y="53"/>
                    <a:pt x="121" y="51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1"/>
                    <a:pt x="109" y="3"/>
                  </a:cubicBezTo>
                  <a:cubicBezTo>
                    <a:pt x="132" y="36"/>
                    <a:pt x="132" y="36"/>
                    <a:pt x="132" y="36"/>
                  </a:cubicBezTo>
                  <a:cubicBezTo>
                    <a:pt x="229" y="36"/>
                    <a:pt x="229" y="36"/>
                    <a:pt x="229" y="36"/>
                  </a:cubicBezTo>
                  <a:cubicBezTo>
                    <a:pt x="234" y="36"/>
                    <a:pt x="238" y="41"/>
                    <a:pt x="238" y="45"/>
                  </a:cubicBezTo>
                  <a:cubicBezTo>
                    <a:pt x="238" y="173"/>
                    <a:pt x="238" y="173"/>
                    <a:pt x="238" y="173"/>
                  </a:cubicBezTo>
                  <a:cubicBezTo>
                    <a:pt x="238" y="178"/>
                    <a:pt x="234" y="182"/>
                    <a:pt x="229" y="18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31ed28cfa71_0_473"/>
            <p:cNvSpPr/>
            <p:nvPr/>
          </p:nvSpPr>
          <p:spPr>
            <a:xfrm>
              <a:off x="2465388" y="5186363"/>
              <a:ext cx="239712" cy="280988"/>
            </a:xfrm>
            <a:custGeom>
              <a:rect b="b" l="l" r="r" t="t"/>
              <a:pathLst>
                <a:path extrusionOk="0" h="214" w="182">
                  <a:moveTo>
                    <a:pt x="18" y="214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0" y="179"/>
                    <a:pt x="18" y="148"/>
                    <a:pt x="47" y="130"/>
                  </a:cubicBezTo>
                  <a:cubicBezTo>
                    <a:pt x="32" y="116"/>
                    <a:pt x="23" y="96"/>
                    <a:pt x="23" y="75"/>
                  </a:cubicBezTo>
                  <a:cubicBezTo>
                    <a:pt x="23" y="34"/>
                    <a:pt x="57" y="0"/>
                    <a:pt x="98" y="0"/>
                  </a:cubicBezTo>
                  <a:cubicBezTo>
                    <a:pt x="139" y="0"/>
                    <a:pt x="173" y="34"/>
                    <a:pt x="173" y="75"/>
                  </a:cubicBezTo>
                  <a:cubicBezTo>
                    <a:pt x="173" y="96"/>
                    <a:pt x="164" y="116"/>
                    <a:pt x="149" y="130"/>
                  </a:cubicBezTo>
                  <a:cubicBezTo>
                    <a:pt x="163" y="139"/>
                    <a:pt x="174" y="150"/>
                    <a:pt x="182" y="164"/>
                  </a:cubicBezTo>
                  <a:cubicBezTo>
                    <a:pt x="167" y="174"/>
                    <a:pt x="167" y="174"/>
                    <a:pt x="167" y="174"/>
                  </a:cubicBezTo>
                  <a:cubicBezTo>
                    <a:pt x="158" y="159"/>
                    <a:pt x="144" y="147"/>
                    <a:pt x="128" y="140"/>
                  </a:cubicBezTo>
                  <a:cubicBezTo>
                    <a:pt x="112" y="133"/>
                    <a:pt x="112" y="133"/>
                    <a:pt x="112" y="133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45" y="114"/>
                    <a:pt x="155" y="95"/>
                    <a:pt x="155" y="75"/>
                  </a:cubicBezTo>
                  <a:cubicBezTo>
                    <a:pt x="155" y="44"/>
                    <a:pt x="129" y="18"/>
                    <a:pt x="98" y="18"/>
                  </a:cubicBezTo>
                  <a:cubicBezTo>
                    <a:pt x="66" y="18"/>
                    <a:pt x="41" y="44"/>
                    <a:pt x="41" y="75"/>
                  </a:cubicBezTo>
                  <a:cubicBezTo>
                    <a:pt x="41" y="95"/>
                    <a:pt x="51" y="114"/>
                    <a:pt x="69" y="124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37" y="153"/>
                    <a:pt x="18" y="182"/>
                    <a:pt x="18" y="214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31ed28cfa71_0_473"/>
            <p:cNvSpPr/>
            <p:nvPr/>
          </p:nvSpPr>
          <p:spPr>
            <a:xfrm>
              <a:off x="2465388" y="5467350"/>
              <a:ext cx="219075" cy="185738"/>
            </a:xfrm>
            <a:custGeom>
              <a:rect b="b" l="l" r="r" t="t"/>
              <a:pathLst>
                <a:path extrusionOk="0" h="141" w="166">
                  <a:moveTo>
                    <a:pt x="166" y="141"/>
                  </a:moveTo>
                  <a:cubicBezTo>
                    <a:pt x="29" y="141"/>
                    <a:pt x="29" y="141"/>
                    <a:pt x="29" y="141"/>
                  </a:cubicBezTo>
                  <a:cubicBezTo>
                    <a:pt x="13" y="141"/>
                    <a:pt x="0" y="127"/>
                    <a:pt x="0" y="1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18" y="118"/>
                    <a:pt x="23" y="123"/>
                    <a:pt x="29" y="123"/>
                  </a:cubicBezTo>
                  <a:cubicBezTo>
                    <a:pt x="166" y="123"/>
                    <a:pt x="166" y="123"/>
                    <a:pt x="166" y="123"/>
                  </a:cubicBezTo>
                  <a:lnTo>
                    <a:pt x="166" y="141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1ed28cfa71_0_473"/>
            <p:cNvSpPr/>
            <p:nvPr/>
          </p:nvSpPr>
          <p:spPr>
            <a:xfrm>
              <a:off x="2495550" y="5186363"/>
              <a:ext cx="198437" cy="196850"/>
            </a:xfrm>
            <a:custGeom>
              <a:rect b="b" l="l" r="r" t="t"/>
              <a:pathLst>
                <a:path extrusionOk="0" h="150" w="150">
                  <a:moveTo>
                    <a:pt x="75" y="150"/>
                  </a:moveTo>
                  <a:cubicBezTo>
                    <a:pt x="34" y="150"/>
                    <a:pt x="0" y="116"/>
                    <a:pt x="0" y="75"/>
                  </a:cubicBezTo>
                  <a:cubicBezTo>
                    <a:pt x="0" y="34"/>
                    <a:pt x="34" y="0"/>
                    <a:pt x="75" y="0"/>
                  </a:cubicBezTo>
                  <a:cubicBezTo>
                    <a:pt x="116" y="0"/>
                    <a:pt x="150" y="34"/>
                    <a:pt x="150" y="75"/>
                  </a:cubicBezTo>
                  <a:cubicBezTo>
                    <a:pt x="150" y="116"/>
                    <a:pt x="116" y="150"/>
                    <a:pt x="75" y="150"/>
                  </a:cubicBezTo>
                  <a:close/>
                  <a:moveTo>
                    <a:pt x="75" y="18"/>
                  </a:moveTo>
                  <a:cubicBezTo>
                    <a:pt x="43" y="18"/>
                    <a:pt x="18" y="44"/>
                    <a:pt x="18" y="75"/>
                  </a:cubicBezTo>
                  <a:cubicBezTo>
                    <a:pt x="18" y="107"/>
                    <a:pt x="43" y="132"/>
                    <a:pt x="75" y="132"/>
                  </a:cubicBezTo>
                  <a:cubicBezTo>
                    <a:pt x="106" y="132"/>
                    <a:pt x="132" y="107"/>
                    <a:pt x="132" y="75"/>
                  </a:cubicBezTo>
                  <a:cubicBezTo>
                    <a:pt x="132" y="44"/>
                    <a:pt x="106" y="18"/>
                    <a:pt x="75" y="18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3" name="Google Shape;663;g31ed28cfa71_0_473"/>
          <p:cNvSpPr/>
          <p:nvPr/>
        </p:nvSpPr>
        <p:spPr>
          <a:xfrm>
            <a:off x="1736171" y="3404910"/>
            <a:ext cx="2006100" cy="10578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1ed28cfa71_0_473"/>
          <p:cNvSpPr/>
          <p:nvPr/>
        </p:nvSpPr>
        <p:spPr>
          <a:xfrm>
            <a:off x="1873182" y="4142577"/>
            <a:ext cx="661338" cy="26044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g31ed28cfa71_0_473"/>
          <p:cNvCxnSpPr>
            <a:stCxn id="666" idx="3"/>
            <a:endCxn id="664" idx="1"/>
          </p:cNvCxnSpPr>
          <p:nvPr/>
        </p:nvCxnSpPr>
        <p:spPr>
          <a:xfrm>
            <a:off x="1681079" y="4263781"/>
            <a:ext cx="192000" cy="9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67" name="Google Shape;667;g31ed28cfa71_0_473"/>
          <p:cNvSpPr/>
          <p:nvPr/>
        </p:nvSpPr>
        <p:spPr>
          <a:xfrm>
            <a:off x="1874495" y="3547510"/>
            <a:ext cx="669000" cy="267300"/>
          </a:xfrm>
          <a:prstGeom prst="can">
            <a:avLst>
              <a:gd fmla="val 25000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local samples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8" name="Google Shape;668;g31ed28cfa71_0_473"/>
          <p:cNvCxnSpPr>
            <a:stCxn id="669" idx="2"/>
            <a:endCxn id="664" idx="3"/>
          </p:cNvCxnSpPr>
          <p:nvPr/>
        </p:nvCxnSpPr>
        <p:spPr>
          <a:xfrm flipH="1">
            <a:off x="2534392" y="3846041"/>
            <a:ext cx="606900" cy="426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0" name="Google Shape;670;g31ed28cfa71_0_473"/>
          <p:cNvCxnSpPr>
            <a:stCxn id="671" idx="3"/>
            <a:endCxn id="667" idx="2"/>
          </p:cNvCxnSpPr>
          <p:nvPr/>
        </p:nvCxnSpPr>
        <p:spPr>
          <a:xfrm>
            <a:off x="1660386" y="3677985"/>
            <a:ext cx="214200" cy="3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72" name="Google Shape;672;g31ed28cfa71_0_473"/>
          <p:cNvGrpSpPr/>
          <p:nvPr/>
        </p:nvGrpSpPr>
        <p:grpSpPr>
          <a:xfrm>
            <a:off x="426907" y="4157554"/>
            <a:ext cx="200078" cy="199270"/>
            <a:chOff x="561975" y="1692276"/>
            <a:chExt cx="703263" cy="714487"/>
          </a:xfrm>
        </p:grpSpPr>
        <p:sp>
          <p:nvSpPr>
            <p:cNvPr id="673" name="Google Shape;673;g31ed28cfa71_0_473"/>
            <p:cNvSpPr/>
            <p:nvPr/>
          </p:nvSpPr>
          <p:spPr>
            <a:xfrm>
              <a:off x="92710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1ed28cfa71_0_473"/>
            <p:cNvSpPr/>
            <p:nvPr/>
          </p:nvSpPr>
          <p:spPr>
            <a:xfrm>
              <a:off x="84455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1ed28cfa71_0_473"/>
            <p:cNvSpPr/>
            <p:nvPr/>
          </p:nvSpPr>
          <p:spPr>
            <a:xfrm>
              <a:off x="561975" y="1692276"/>
              <a:ext cx="703263" cy="701676"/>
            </a:xfrm>
            <a:custGeom>
              <a:rect b="b" l="l" r="r" t="t"/>
              <a:pathLst>
                <a:path extrusionOk="0" h="525" w="526">
                  <a:moveTo>
                    <a:pt x="233" y="524"/>
                  </a:moveTo>
                  <a:cubicBezTo>
                    <a:pt x="232" y="524"/>
                    <a:pt x="232" y="524"/>
                    <a:pt x="232" y="524"/>
                  </a:cubicBezTo>
                  <a:cubicBezTo>
                    <a:pt x="99" y="509"/>
                    <a:pt x="0" y="396"/>
                    <a:pt x="0" y="263"/>
                  </a:cubicBezTo>
                  <a:cubicBezTo>
                    <a:pt x="0" y="118"/>
                    <a:pt x="118" y="0"/>
                    <a:pt x="263" y="0"/>
                  </a:cubicBezTo>
                  <a:cubicBezTo>
                    <a:pt x="408" y="0"/>
                    <a:pt x="526" y="118"/>
                    <a:pt x="526" y="263"/>
                  </a:cubicBezTo>
                  <a:cubicBezTo>
                    <a:pt x="526" y="395"/>
                    <a:pt x="427" y="507"/>
                    <a:pt x="296" y="524"/>
                  </a:cubicBezTo>
                  <a:cubicBezTo>
                    <a:pt x="291" y="525"/>
                    <a:pt x="286" y="521"/>
                    <a:pt x="286" y="516"/>
                  </a:cubicBezTo>
                  <a:cubicBezTo>
                    <a:pt x="285" y="511"/>
                    <a:pt x="289" y="507"/>
                    <a:pt x="293" y="506"/>
                  </a:cubicBezTo>
                  <a:cubicBezTo>
                    <a:pt x="416" y="491"/>
                    <a:pt x="508" y="386"/>
                    <a:pt x="508" y="263"/>
                  </a:cubicBezTo>
                  <a:cubicBezTo>
                    <a:pt x="508" y="128"/>
                    <a:pt x="398" y="18"/>
                    <a:pt x="263" y="18"/>
                  </a:cubicBezTo>
                  <a:cubicBezTo>
                    <a:pt x="128" y="18"/>
                    <a:pt x="18" y="128"/>
                    <a:pt x="18" y="263"/>
                  </a:cubicBezTo>
                  <a:cubicBezTo>
                    <a:pt x="18" y="387"/>
                    <a:pt x="111" y="492"/>
                    <a:pt x="234" y="506"/>
                  </a:cubicBezTo>
                  <a:cubicBezTo>
                    <a:pt x="239" y="507"/>
                    <a:pt x="242" y="511"/>
                    <a:pt x="242" y="516"/>
                  </a:cubicBezTo>
                  <a:cubicBezTo>
                    <a:pt x="241" y="521"/>
                    <a:pt x="237" y="524"/>
                    <a:pt x="233" y="524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31ed28cfa71_0_473"/>
            <p:cNvSpPr/>
            <p:nvPr/>
          </p:nvSpPr>
          <p:spPr>
            <a:xfrm>
              <a:off x="665163" y="1870075"/>
              <a:ext cx="355600" cy="434975"/>
            </a:xfrm>
            <a:custGeom>
              <a:rect b="b" l="l" r="r" t="t"/>
              <a:pathLst>
                <a:path extrusionOk="0" h="326" w="266">
                  <a:moveTo>
                    <a:pt x="177" y="326"/>
                  </a:moveTo>
                  <a:cubicBezTo>
                    <a:pt x="164" y="326"/>
                    <a:pt x="153" y="318"/>
                    <a:pt x="150" y="305"/>
                  </a:cubicBezTo>
                  <a:cubicBezTo>
                    <a:pt x="123" y="198"/>
                    <a:pt x="123" y="198"/>
                    <a:pt x="123" y="198"/>
                  </a:cubicBezTo>
                  <a:cubicBezTo>
                    <a:pt x="91" y="305"/>
                    <a:pt x="91" y="305"/>
                    <a:pt x="91" y="305"/>
                  </a:cubicBezTo>
                  <a:cubicBezTo>
                    <a:pt x="87" y="316"/>
                    <a:pt x="77" y="324"/>
                    <a:pt x="65" y="324"/>
                  </a:cubicBezTo>
                  <a:cubicBezTo>
                    <a:pt x="57" y="324"/>
                    <a:pt x="50" y="320"/>
                    <a:pt x="45" y="313"/>
                  </a:cubicBezTo>
                  <a:cubicBezTo>
                    <a:pt x="40" y="307"/>
                    <a:pt x="38" y="298"/>
                    <a:pt x="40" y="290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3" y="84"/>
                    <a:pt x="83" y="84"/>
                    <a:pt x="83" y="84"/>
                  </a:cubicBezTo>
                  <a:cubicBezTo>
                    <a:pt x="68" y="98"/>
                    <a:pt x="68" y="98"/>
                    <a:pt x="68" y="98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1" y="160"/>
                    <a:pt x="47" y="165"/>
                    <a:pt x="41" y="169"/>
                  </a:cubicBezTo>
                  <a:cubicBezTo>
                    <a:pt x="35" y="172"/>
                    <a:pt x="28" y="173"/>
                    <a:pt x="21" y="171"/>
                  </a:cubicBezTo>
                  <a:cubicBezTo>
                    <a:pt x="8" y="167"/>
                    <a:pt x="0" y="152"/>
                    <a:pt x="4" y="139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63"/>
                    <a:pt x="27" y="62"/>
                    <a:pt x="28" y="61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5" y="0"/>
                    <a:pt x="99" y="0"/>
                    <a:pt x="101" y="3"/>
                  </a:cubicBezTo>
                  <a:cubicBezTo>
                    <a:pt x="103" y="5"/>
                    <a:pt x="103" y="9"/>
                    <a:pt x="101" y="11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3" y="150"/>
                    <a:pt x="17" y="157"/>
                    <a:pt x="25" y="159"/>
                  </a:cubicBezTo>
                  <a:cubicBezTo>
                    <a:pt x="28" y="160"/>
                    <a:pt x="32" y="160"/>
                    <a:pt x="35" y="158"/>
                  </a:cubicBezTo>
                  <a:cubicBezTo>
                    <a:pt x="38" y="156"/>
                    <a:pt x="40" y="153"/>
                    <a:pt x="41" y="150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7" y="93"/>
                    <a:pt x="57" y="92"/>
                    <a:pt x="58" y="91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8" y="63"/>
                    <a:pt x="90" y="63"/>
                    <a:pt x="92" y="64"/>
                  </a:cubicBezTo>
                  <a:cubicBezTo>
                    <a:pt x="95" y="65"/>
                    <a:pt x="96" y="67"/>
                    <a:pt x="96" y="70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9"/>
                    <a:pt x="93" y="149"/>
                    <a:pt x="93" y="150"/>
                  </a:cubicBezTo>
                  <a:cubicBezTo>
                    <a:pt x="52" y="294"/>
                    <a:pt x="52" y="294"/>
                    <a:pt x="52" y="294"/>
                  </a:cubicBezTo>
                  <a:cubicBezTo>
                    <a:pt x="51" y="298"/>
                    <a:pt x="51" y="303"/>
                    <a:pt x="54" y="306"/>
                  </a:cubicBezTo>
                  <a:cubicBezTo>
                    <a:pt x="57" y="310"/>
                    <a:pt x="61" y="312"/>
                    <a:pt x="65" y="312"/>
                  </a:cubicBezTo>
                  <a:cubicBezTo>
                    <a:pt x="72" y="312"/>
                    <a:pt x="77" y="308"/>
                    <a:pt x="79" y="302"/>
                  </a:cubicBezTo>
                  <a:cubicBezTo>
                    <a:pt x="118" y="174"/>
                    <a:pt x="118" y="174"/>
                    <a:pt x="118" y="174"/>
                  </a:cubicBezTo>
                  <a:cubicBezTo>
                    <a:pt x="118" y="172"/>
                    <a:pt x="121" y="170"/>
                    <a:pt x="124" y="170"/>
                  </a:cubicBezTo>
                  <a:cubicBezTo>
                    <a:pt x="126" y="170"/>
                    <a:pt x="129" y="172"/>
                    <a:pt x="129" y="174"/>
                  </a:cubicBezTo>
                  <a:cubicBezTo>
                    <a:pt x="162" y="302"/>
                    <a:pt x="162" y="302"/>
                    <a:pt x="162" y="302"/>
                  </a:cubicBezTo>
                  <a:cubicBezTo>
                    <a:pt x="163" y="310"/>
                    <a:pt x="170" y="314"/>
                    <a:pt x="177" y="314"/>
                  </a:cubicBezTo>
                  <a:cubicBezTo>
                    <a:pt x="182" y="314"/>
                    <a:pt x="187" y="312"/>
                    <a:pt x="190" y="308"/>
                  </a:cubicBezTo>
                  <a:cubicBezTo>
                    <a:pt x="193" y="304"/>
                    <a:pt x="194" y="299"/>
                    <a:pt x="192" y="294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4"/>
                    <a:pt x="154" y="153"/>
                    <a:pt x="154" y="153"/>
                  </a:cubicBezTo>
                  <a:cubicBezTo>
                    <a:pt x="156" y="66"/>
                    <a:pt x="156" y="66"/>
                    <a:pt x="156" y="66"/>
                  </a:cubicBezTo>
                  <a:cubicBezTo>
                    <a:pt x="156" y="63"/>
                    <a:pt x="158" y="61"/>
                    <a:pt x="160" y="60"/>
                  </a:cubicBezTo>
                  <a:cubicBezTo>
                    <a:pt x="162" y="59"/>
                    <a:pt x="165" y="60"/>
                    <a:pt x="167" y="62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30" y="123"/>
                    <a:pt x="230" y="123"/>
                    <a:pt x="230" y="123"/>
                  </a:cubicBezTo>
                  <a:cubicBezTo>
                    <a:pt x="233" y="125"/>
                    <a:pt x="236" y="125"/>
                    <a:pt x="240" y="125"/>
                  </a:cubicBezTo>
                  <a:cubicBezTo>
                    <a:pt x="244" y="124"/>
                    <a:pt x="247" y="122"/>
                    <a:pt x="249" y="118"/>
                  </a:cubicBezTo>
                  <a:cubicBezTo>
                    <a:pt x="252" y="112"/>
                    <a:pt x="250" y="104"/>
                    <a:pt x="244" y="100"/>
                  </a:cubicBezTo>
                  <a:cubicBezTo>
                    <a:pt x="211" y="79"/>
                    <a:pt x="211" y="79"/>
                    <a:pt x="211" y="79"/>
                  </a:cubicBezTo>
                  <a:cubicBezTo>
                    <a:pt x="211" y="79"/>
                    <a:pt x="210" y="79"/>
                    <a:pt x="210" y="78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3" y="8"/>
                    <a:pt x="154" y="4"/>
                    <a:pt x="156" y="2"/>
                  </a:cubicBezTo>
                  <a:cubicBezTo>
                    <a:pt x="159" y="0"/>
                    <a:pt x="163" y="1"/>
                    <a:pt x="165" y="3"/>
                  </a:cubicBezTo>
                  <a:cubicBezTo>
                    <a:pt x="218" y="70"/>
                    <a:pt x="218" y="70"/>
                    <a:pt x="218" y="7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62" y="97"/>
                    <a:pt x="266" y="112"/>
                    <a:pt x="259" y="124"/>
                  </a:cubicBezTo>
                  <a:cubicBezTo>
                    <a:pt x="255" y="130"/>
                    <a:pt x="250" y="135"/>
                    <a:pt x="243" y="136"/>
                  </a:cubicBezTo>
                  <a:cubicBezTo>
                    <a:pt x="236" y="138"/>
                    <a:pt x="229" y="137"/>
                    <a:pt x="223" y="133"/>
                  </a:cubicBezTo>
                  <a:cubicBezTo>
                    <a:pt x="192" y="112"/>
                    <a:pt x="192" y="112"/>
                    <a:pt x="192" y="112"/>
                  </a:cubicBezTo>
                  <a:cubicBezTo>
                    <a:pt x="192" y="112"/>
                    <a:pt x="191" y="111"/>
                    <a:pt x="191" y="111"/>
                  </a:cubicBezTo>
                  <a:cubicBezTo>
                    <a:pt x="167" y="82"/>
                    <a:pt x="167" y="82"/>
                    <a:pt x="167" y="8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204" y="291"/>
                    <a:pt x="204" y="291"/>
                    <a:pt x="204" y="291"/>
                  </a:cubicBezTo>
                  <a:cubicBezTo>
                    <a:pt x="206" y="300"/>
                    <a:pt x="204" y="308"/>
                    <a:pt x="199" y="315"/>
                  </a:cubicBezTo>
                  <a:cubicBezTo>
                    <a:pt x="194" y="322"/>
                    <a:pt x="186" y="326"/>
                    <a:pt x="177" y="326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31ed28cfa71_0_473"/>
            <p:cNvSpPr/>
            <p:nvPr/>
          </p:nvSpPr>
          <p:spPr>
            <a:xfrm>
              <a:off x="766763" y="1765300"/>
              <a:ext cx="141287" cy="138113"/>
            </a:xfrm>
            <a:custGeom>
              <a:rect b="b" l="l" r="r" t="t"/>
              <a:pathLst>
                <a:path extrusionOk="0" h="103" w="105">
                  <a:moveTo>
                    <a:pt x="52" y="103"/>
                  </a:moveTo>
                  <a:cubicBezTo>
                    <a:pt x="23" y="103"/>
                    <a:pt x="0" y="80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5" y="23"/>
                    <a:pt x="105" y="52"/>
                  </a:cubicBezTo>
                  <a:cubicBezTo>
                    <a:pt x="105" y="80"/>
                    <a:pt x="81" y="103"/>
                    <a:pt x="52" y="103"/>
                  </a:cubicBezTo>
                  <a:close/>
                  <a:moveTo>
                    <a:pt x="52" y="12"/>
                  </a:moveTo>
                  <a:cubicBezTo>
                    <a:pt x="30" y="12"/>
                    <a:pt x="12" y="30"/>
                    <a:pt x="12" y="52"/>
                  </a:cubicBezTo>
                  <a:cubicBezTo>
                    <a:pt x="12" y="73"/>
                    <a:pt x="30" y="91"/>
                    <a:pt x="52" y="91"/>
                  </a:cubicBezTo>
                  <a:cubicBezTo>
                    <a:pt x="75" y="91"/>
                    <a:pt x="93" y="73"/>
                    <a:pt x="93" y="52"/>
                  </a:cubicBezTo>
                  <a:cubicBezTo>
                    <a:pt x="93" y="30"/>
                    <a:pt x="75" y="12"/>
                    <a:pt x="52" y="1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31ed28cfa71_0_473"/>
            <p:cNvSpPr/>
            <p:nvPr/>
          </p:nvSpPr>
          <p:spPr>
            <a:xfrm>
              <a:off x="884238" y="2009775"/>
              <a:ext cx="307975" cy="303213"/>
            </a:xfrm>
            <a:custGeom>
              <a:rect b="b" l="l" r="r" t="t"/>
              <a:pathLst>
                <a:path extrusionOk="0" h="227" w="230">
                  <a:moveTo>
                    <a:pt x="133" y="227"/>
                  </a:moveTo>
                  <a:cubicBezTo>
                    <a:pt x="112" y="227"/>
                    <a:pt x="112" y="227"/>
                    <a:pt x="112" y="227"/>
                  </a:cubicBezTo>
                  <a:cubicBezTo>
                    <a:pt x="109" y="227"/>
                    <a:pt x="106" y="224"/>
                    <a:pt x="106" y="221"/>
                  </a:cubicBezTo>
                  <a:cubicBezTo>
                    <a:pt x="106" y="221"/>
                    <a:pt x="102" y="167"/>
                    <a:pt x="97" y="150"/>
                  </a:cubicBezTo>
                  <a:cubicBezTo>
                    <a:pt x="97" y="147"/>
                    <a:pt x="94" y="139"/>
                    <a:pt x="85" y="141"/>
                  </a:cubicBezTo>
                  <a:cubicBezTo>
                    <a:pt x="83" y="141"/>
                    <a:pt x="81" y="141"/>
                    <a:pt x="79" y="142"/>
                  </a:cubicBezTo>
                  <a:cubicBezTo>
                    <a:pt x="65" y="145"/>
                    <a:pt x="47" y="149"/>
                    <a:pt x="21" y="148"/>
                  </a:cubicBezTo>
                  <a:cubicBezTo>
                    <a:pt x="18" y="148"/>
                    <a:pt x="15" y="145"/>
                    <a:pt x="15" y="141"/>
                  </a:cubicBezTo>
                  <a:cubicBezTo>
                    <a:pt x="15" y="138"/>
                    <a:pt x="18" y="136"/>
                    <a:pt x="22" y="136"/>
                  </a:cubicBezTo>
                  <a:cubicBezTo>
                    <a:pt x="46" y="137"/>
                    <a:pt x="62" y="133"/>
                    <a:pt x="77" y="130"/>
                  </a:cubicBezTo>
                  <a:cubicBezTo>
                    <a:pt x="79" y="130"/>
                    <a:pt x="81" y="129"/>
                    <a:pt x="83" y="129"/>
                  </a:cubicBezTo>
                  <a:cubicBezTo>
                    <a:pt x="95" y="126"/>
                    <a:pt x="106" y="134"/>
                    <a:pt x="109" y="147"/>
                  </a:cubicBezTo>
                  <a:cubicBezTo>
                    <a:pt x="113" y="162"/>
                    <a:pt x="116" y="200"/>
                    <a:pt x="117" y="215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193"/>
                    <a:pt x="129" y="125"/>
                    <a:pt x="145" y="105"/>
                  </a:cubicBezTo>
                  <a:cubicBezTo>
                    <a:pt x="162" y="83"/>
                    <a:pt x="171" y="82"/>
                    <a:pt x="183" y="82"/>
                  </a:cubicBezTo>
                  <a:cubicBezTo>
                    <a:pt x="189" y="83"/>
                    <a:pt x="194" y="83"/>
                    <a:pt x="202" y="79"/>
                  </a:cubicBezTo>
                  <a:cubicBezTo>
                    <a:pt x="213" y="75"/>
                    <a:pt x="218" y="57"/>
                    <a:pt x="217" y="53"/>
                  </a:cubicBezTo>
                  <a:cubicBezTo>
                    <a:pt x="215" y="52"/>
                    <a:pt x="208" y="52"/>
                    <a:pt x="204" y="51"/>
                  </a:cubicBezTo>
                  <a:cubicBezTo>
                    <a:pt x="193" y="51"/>
                    <a:pt x="180" y="50"/>
                    <a:pt x="176" y="40"/>
                  </a:cubicBezTo>
                  <a:cubicBezTo>
                    <a:pt x="170" y="25"/>
                    <a:pt x="153" y="26"/>
                    <a:pt x="152" y="26"/>
                  </a:cubicBezTo>
                  <a:cubicBezTo>
                    <a:pt x="151" y="26"/>
                    <a:pt x="149" y="26"/>
                    <a:pt x="148" y="25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6" y="31"/>
                    <a:pt x="136" y="31"/>
                    <a:pt x="136" y="31"/>
                  </a:cubicBezTo>
                  <a:cubicBezTo>
                    <a:pt x="137" y="32"/>
                    <a:pt x="136" y="34"/>
                    <a:pt x="136" y="35"/>
                  </a:cubicBezTo>
                  <a:cubicBezTo>
                    <a:pt x="132" y="42"/>
                    <a:pt x="118" y="65"/>
                    <a:pt x="109" y="69"/>
                  </a:cubicBezTo>
                  <a:cubicBezTo>
                    <a:pt x="97" y="75"/>
                    <a:pt x="45" y="80"/>
                    <a:pt x="6" y="77"/>
                  </a:cubicBezTo>
                  <a:cubicBezTo>
                    <a:pt x="3" y="77"/>
                    <a:pt x="0" y="74"/>
                    <a:pt x="1" y="70"/>
                  </a:cubicBezTo>
                  <a:cubicBezTo>
                    <a:pt x="1" y="67"/>
                    <a:pt x="4" y="65"/>
                    <a:pt x="7" y="65"/>
                  </a:cubicBezTo>
                  <a:cubicBezTo>
                    <a:pt x="47" y="68"/>
                    <a:pt x="96" y="62"/>
                    <a:pt x="104" y="58"/>
                  </a:cubicBezTo>
                  <a:cubicBezTo>
                    <a:pt x="108" y="57"/>
                    <a:pt x="117" y="43"/>
                    <a:pt x="124" y="31"/>
                  </a:cubicBezTo>
                  <a:cubicBezTo>
                    <a:pt x="121" y="7"/>
                    <a:pt x="121" y="7"/>
                    <a:pt x="121" y="7"/>
                  </a:cubicBezTo>
                  <a:cubicBezTo>
                    <a:pt x="121" y="5"/>
                    <a:pt x="122" y="3"/>
                    <a:pt x="124" y="1"/>
                  </a:cubicBezTo>
                  <a:cubicBezTo>
                    <a:pt x="125" y="0"/>
                    <a:pt x="128" y="0"/>
                    <a:pt x="130" y="1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63" y="14"/>
                    <a:pt x="181" y="18"/>
                    <a:pt x="187" y="36"/>
                  </a:cubicBezTo>
                  <a:cubicBezTo>
                    <a:pt x="188" y="38"/>
                    <a:pt x="199" y="39"/>
                    <a:pt x="205" y="39"/>
                  </a:cubicBezTo>
                  <a:cubicBezTo>
                    <a:pt x="214" y="40"/>
                    <a:pt x="223" y="40"/>
                    <a:pt x="227" y="46"/>
                  </a:cubicBezTo>
                  <a:cubicBezTo>
                    <a:pt x="230" y="50"/>
                    <a:pt x="229" y="58"/>
                    <a:pt x="228" y="63"/>
                  </a:cubicBezTo>
                  <a:cubicBezTo>
                    <a:pt x="225" y="72"/>
                    <a:pt x="218" y="86"/>
                    <a:pt x="207" y="90"/>
                  </a:cubicBezTo>
                  <a:cubicBezTo>
                    <a:pt x="196" y="95"/>
                    <a:pt x="189" y="95"/>
                    <a:pt x="183" y="94"/>
                  </a:cubicBezTo>
                  <a:cubicBezTo>
                    <a:pt x="175" y="94"/>
                    <a:pt x="169" y="94"/>
                    <a:pt x="154" y="113"/>
                  </a:cubicBezTo>
                  <a:cubicBezTo>
                    <a:pt x="141" y="129"/>
                    <a:pt x="139" y="196"/>
                    <a:pt x="139" y="221"/>
                  </a:cubicBezTo>
                  <a:cubicBezTo>
                    <a:pt x="139" y="222"/>
                    <a:pt x="138" y="224"/>
                    <a:pt x="137" y="225"/>
                  </a:cubicBezTo>
                  <a:cubicBezTo>
                    <a:pt x="136" y="226"/>
                    <a:pt x="134" y="227"/>
                    <a:pt x="133" y="22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1ed28cfa71_0_473"/>
            <p:cNvSpPr/>
            <p:nvPr/>
          </p:nvSpPr>
          <p:spPr>
            <a:xfrm>
              <a:off x="1060450" y="2165350"/>
              <a:ext cx="61912" cy="122238"/>
            </a:xfrm>
            <a:custGeom>
              <a:rect b="b" l="l" r="r" t="t"/>
              <a:pathLst>
                <a:path extrusionOk="0" h="92" w="47">
                  <a:moveTo>
                    <a:pt x="37" y="92"/>
                  </a:moveTo>
                  <a:cubicBezTo>
                    <a:pt x="37" y="92"/>
                    <a:pt x="36" y="92"/>
                    <a:pt x="36" y="92"/>
                  </a:cubicBezTo>
                  <a:cubicBezTo>
                    <a:pt x="20" y="89"/>
                    <a:pt x="20" y="89"/>
                    <a:pt x="20" y="89"/>
                  </a:cubicBezTo>
                  <a:cubicBezTo>
                    <a:pt x="17" y="88"/>
                    <a:pt x="15" y="86"/>
                    <a:pt x="15" y="83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36"/>
                    <a:pt x="0" y="32"/>
                    <a:pt x="1" y="29"/>
                  </a:cubicBezTo>
                  <a:cubicBezTo>
                    <a:pt x="3" y="27"/>
                    <a:pt x="7" y="26"/>
                    <a:pt x="10" y="28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4" y="37"/>
                    <a:pt x="25" y="39"/>
                    <a:pt x="25" y="41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0"/>
                    <a:pt x="5" y="6"/>
                    <a:pt x="7" y="4"/>
                  </a:cubicBezTo>
                  <a:cubicBezTo>
                    <a:pt x="9" y="1"/>
                    <a:pt x="12" y="0"/>
                    <a:pt x="15" y="2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6" y="22"/>
                    <a:pt x="47" y="24"/>
                    <a:pt x="47" y="2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3" y="88"/>
                    <a:pt x="42" y="90"/>
                    <a:pt x="41" y="91"/>
                  </a:cubicBezTo>
                  <a:cubicBezTo>
                    <a:pt x="40" y="92"/>
                    <a:pt x="38" y="92"/>
                    <a:pt x="37" y="9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31ed28cfa71_0_473"/>
            <p:cNvSpPr/>
            <p:nvPr/>
          </p:nvSpPr>
          <p:spPr>
            <a:xfrm>
              <a:off x="993775" y="2025650"/>
              <a:ext cx="115887" cy="120650"/>
            </a:xfrm>
            <a:custGeom>
              <a:rect b="b" l="l" r="r" t="t"/>
              <a:pathLst>
                <a:path extrusionOk="0" h="90" w="86">
                  <a:moveTo>
                    <a:pt x="80" y="90"/>
                  </a:moveTo>
                  <a:cubicBezTo>
                    <a:pt x="79" y="90"/>
                    <a:pt x="79" y="90"/>
                    <a:pt x="78" y="90"/>
                  </a:cubicBezTo>
                  <a:cubicBezTo>
                    <a:pt x="37" y="81"/>
                    <a:pt x="32" y="50"/>
                    <a:pt x="31" y="41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3" y="35"/>
                    <a:pt x="43" y="37"/>
                    <a:pt x="43" y="39"/>
                  </a:cubicBezTo>
                  <a:cubicBezTo>
                    <a:pt x="43" y="40"/>
                    <a:pt x="42" y="70"/>
                    <a:pt x="81" y="78"/>
                  </a:cubicBezTo>
                  <a:cubicBezTo>
                    <a:pt x="84" y="79"/>
                    <a:pt x="86" y="82"/>
                    <a:pt x="85" y="85"/>
                  </a:cubicBezTo>
                  <a:cubicBezTo>
                    <a:pt x="85" y="88"/>
                    <a:pt x="82" y="90"/>
                    <a:pt x="80" y="9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1" name="Google Shape;681;g31ed28cfa71_0_4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669" y="4157498"/>
            <a:ext cx="122651" cy="204568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g31ed28cfa71_0_473"/>
          <p:cNvSpPr/>
          <p:nvPr/>
        </p:nvSpPr>
        <p:spPr>
          <a:xfrm>
            <a:off x="1173479" y="4064881"/>
            <a:ext cx="507600" cy="39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g31ed28cfa71_0_473"/>
          <p:cNvCxnSpPr>
            <a:endCxn id="681" idx="1"/>
          </p:cNvCxnSpPr>
          <p:nvPr/>
        </p:nvCxnSpPr>
        <p:spPr>
          <a:xfrm>
            <a:off x="618569" y="4255282"/>
            <a:ext cx="134100" cy="4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3" name="Google Shape;683;g31ed28cfa71_0_473"/>
          <p:cNvCxnSpPr>
            <a:stCxn id="681" idx="3"/>
            <a:endCxn id="666" idx="1"/>
          </p:cNvCxnSpPr>
          <p:nvPr/>
        </p:nvCxnSpPr>
        <p:spPr>
          <a:xfrm>
            <a:off x="875320" y="4259782"/>
            <a:ext cx="298200" cy="3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4" name="Google Shape;684;g31ed28cfa71_0_473"/>
          <p:cNvCxnSpPr>
            <a:stCxn id="666" idx="1"/>
          </p:cNvCxnSpPr>
          <p:nvPr/>
        </p:nvCxnSpPr>
        <p:spPr>
          <a:xfrm rot="10800000">
            <a:off x="768179" y="3269881"/>
            <a:ext cx="405300" cy="993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9" name="Google Shape;669;g31ed28cfa71_0_473"/>
          <p:cNvSpPr/>
          <p:nvPr/>
        </p:nvSpPr>
        <p:spPr>
          <a:xfrm>
            <a:off x="2668792" y="3507641"/>
            <a:ext cx="945000" cy="3384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local incre-training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Algo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g31ed28cfa71_0_473"/>
          <p:cNvCxnSpPr>
            <a:stCxn id="667" idx="4"/>
            <a:endCxn id="669" idx="1"/>
          </p:cNvCxnSpPr>
          <p:nvPr/>
        </p:nvCxnSpPr>
        <p:spPr>
          <a:xfrm flipH="1" rot="10800000">
            <a:off x="2543495" y="3676960"/>
            <a:ext cx="125400" cy="4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86" name="Google Shape;686;g31ed28cfa71_0_473"/>
          <p:cNvCxnSpPr>
            <a:stCxn id="664" idx="0"/>
            <a:endCxn id="667" idx="3"/>
          </p:cNvCxnSpPr>
          <p:nvPr/>
        </p:nvCxnSpPr>
        <p:spPr>
          <a:xfrm flipH="1" rot="10800000">
            <a:off x="2203851" y="3814677"/>
            <a:ext cx="5100" cy="327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7" name="Google Shape;687;g31ed28cfa71_0_473"/>
          <p:cNvSpPr/>
          <p:nvPr/>
        </p:nvSpPr>
        <p:spPr>
          <a:xfrm>
            <a:off x="1929498" y="2266947"/>
            <a:ext cx="570078" cy="26044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g31ed28cfa71_0_473"/>
          <p:cNvCxnSpPr>
            <a:stCxn id="689" idx="3"/>
            <a:endCxn id="687" idx="1"/>
          </p:cNvCxnSpPr>
          <p:nvPr/>
        </p:nvCxnSpPr>
        <p:spPr>
          <a:xfrm flipH="1" rot="10800000">
            <a:off x="1657378" y="2397305"/>
            <a:ext cx="272100" cy="7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90" name="Google Shape;690;g31ed28cfa71_0_473"/>
          <p:cNvSpPr/>
          <p:nvPr/>
        </p:nvSpPr>
        <p:spPr>
          <a:xfrm>
            <a:off x="1915859" y="2783522"/>
            <a:ext cx="599100" cy="267300"/>
          </a:xfrm>
          <a:prstGeom prst="can">
            <a:avLst>
              <a:gd fmla="val 25000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local samples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g31ed28cfa71_0_473"/>
          <p:cNvCxnSpPr>
            <a:stCxn id="692" idx="3"/>
            <a:endCxn id="690" idx="2"/>
          </p:cNvCxnSpPr>
          <p:nvPr/>
        </p:nvCxnSpPr>
        <p:spPr>
          <a:xfrm flipH="1" rot="10800000">
            <a:off x="1681141" y="2917071"/>
            <a:ext cx="234600" cy="91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93" name="Google Shape;693;g31ed28cfa71_0_473"/>
          <p:cNvGrpSpPr/>
          <p:nvPr/>
        </p:nvGrpSpPr>
        <p:grpSpPr>
          <a:xfrm>
            <a:off x="463970" y="3190334"/>
            <a:ext cx="272658" cy="245162"/>
            <a:chOff x="4611688" y="2801938"/>
            <a:chExt cx="684212" cy="565150"/>
          </a:xfrm>
        </p:grpSpPr>
        <p:sp>
          <p:nvSpPr>
            <p:cNvPr id="694" name="Google Shape;694;g31ed28cfa71_0_473"/>
            <p:cNvSpPr/>
            <p:nvPr/>
          </p:nvSpPr>
          <p:spPr>
            <a:xfrm>
              <a:off x="5189538" y="3173413"/>
              <a:ext cx="555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31ed28cfa71_0_473"/>
            <p:cNvSpPr/>
            <p:nvPr/>
          </p:nvSpPr>
          <p:spPr>
            <a:xfrm>
              <a:off x="5108575" y="3173413"/>
              <a:ext cx="540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31ed28cfa71_0_473"/>
            <p:cNvSpPr/>
            <p:nvPr/>
          </p:nvSpPr>
          <p:spPr>
            <a:xfrm>
              <a:off x="4884738" y="2925763"/>
              <a:ext cx="138113" cy="138113"/>
            </a:xfrm>
            <a:custGeom>
              <a:rect b="b" l="l" r="r" t="t"/>
              <a:pathLst>
                <a:path extrusionOk="0" h="64" w="64">
                  <a:moveTo>
                    <a:pt x="32" y="64"/>
                  </a:moveTo>
                  <a:cubicBezTo>
                    <a:pt x="15" y="64"/>
                    <a:pt x="0" y="49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cubicBezTo>
                    <a:pt x="64" y="49"/>
                    <a:pt x="49" y="64"/>
                    <a:pt x="32" y="64"/>
                  </a:cubicBezTo>
                  <a:close/>
                  <a:moveTo>
                    <a:pt x="32" y="11"/>
                  </a:moveTo>
                  <a:cubicBezTo>
                    <a:pt x="21" y="11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3" y="43"/>
                    <a:pt x="53" y="32"/>
                  </a:cubicBezTo>
                  <a:cubicBezTo>
                    <a:pt x="53" y="21"/>
                    <a:pt x="43" y="11"/>
                    <a:pt x="32" y="11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31ed28cfa71_0_473"/>
            <p:cNvSpPr/>
            <p:nvPr/>
          </p:nvSpPr>
          <p:spPr>
            <a:xfrm>
              <a:off x="4611688" y="2801938"/>
              <a:ext cx="217488" cy="217488"/>
            </a:xfrm>
            <a:custGeom>
              <a:rect b="b" l="l" r="r" t="t"/>
              <a:pathLst>
                <a:path extrusionOk="0" h="100" w="100">
                  <a:moveTo>
                    <a:pt x="80" y="100"/>
                  </a:moveTo>
                  <a:cubicBezTo>
                    <a:pt x="20" y="100"/>
                    <a:pt x="20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  <a:moveTo>
                    <a:pt x="20" y="11"/>
                  </a:move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lnTo>
                    <a:pt x="20" y="11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31ed28cfa71_0_473"/>
            <p:cNvSpPr/>
            <p:nvPr/>
          </p:nvSpPr>
          <p:spPr>
            <a:xfrm>
              <a:off x="4846638" y="2801938"/>
              <a:ext cx="215900" cy="217488"/>
            </a:xfrm>
            <a:custGeom>
              <a:rect b="b" l="l" r="r" t="t"/>
              <a:pathLst>
                <a:path extrusionOk="0" h="100" w="100">
                  <a:moveTo>
                    <a:pt x="80" y="100"/>
                  </a:moveTo>
                  <a:cubicBezTo>
                    <a:pt x="77" y="100"/>
                    <a:pt x="75" y="97"/>
                    <a:pt x="75" y="94"/>
                  </a:cubicBezTo>
                  <a:cubicBezTo>
                    <a:pt x="75" y="91"/>
                    <a:pt x="77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23" y="89"/>
                    <a:pt x="25" y="91"/>
                    <a:pt x="25" y="94"/>
                  </a:cubicBezTo>
                  <a:cubicBezTo>
                    <a:pt x="25" y="97"/>
                    <a:pt x="23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31ed28cfa71_0_473"/>
            <p:cNvSpPr/>
            <p:nvPr/>
          </p:nvSpPr>
          <p:spPr>
            <a:xfrm>
              <a:off x="5080000" y="2801938"/>
              <a:ext cx="215900" cy="217488"/>
            </a:xfrm>
            <a:custGeom>
              <a:rect b="b" l="l" r="r" t="t"/>
              <a:pathLst>
                <a:path extrusionOk="0" h="100" w="100">
                  <a:moveTo>
                    <a:pt x="80" y="100"/>
                  </a:moveTo>
                  <a:cubicBezTo>
                    <a:pt x="20" y="100"/>
                    <a:pt x="20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  <a:moveTo>
                    <a:pt x="20" y="11"/>
                  </a:move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lnTo>
                    <a:pt x="20" y="11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31ed28cfa71_0_473"/>
            <p:cNvSpPr/>
            <p:nvPr/>
          </p:nvSpPr>
          <p:spPr>
            <a:xfrm>
              <a:off x="4829175" y="3108325"/>
              <a:ext cx="250825" cy="192088"/>
            </a:xfrm>
            <a:custGeom>
              <a:rect b="b" l="l" r="r" t="t"/>
              <a:pathLst>
                <a:path extrusionOk="0" h="89" w="116">
                  <a:moveTo>
                    <a:pt x="111" y="89"/>
                  </a:moveTo>
                  <a:cubicBezTo>
                    <a:pt x="5" y="89"/>
                    <a:pt x="5" y="89"/>
                    <a:pt x="5" y="89"/>
                  </a:cubicBezTo>
                  <a:cubicBezTo>
                    <a:pt x="2" y="89"/>
                    <a:pt x="0" y="86"/>
                    <a:pt x="0" y="8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6" y="3"/>
                    <a:pt x="116" y="6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6" y="86"/>
                    <a:pt x="114" y="89"/>
                    <a:pt x="111" y="89"/>
                  </a:cubicBezTo>
                  <a:close/>
                  <a:moveTo>
                    <a:pt x="11" y="78"/>
                  </a:moveTo>
                  <a:cubicBezTo>
                    <a:pt x="105" y="78"/>
                    <a:pt x="105" y="78"/>
                    <a:pt x="105" y="78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11" y="78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31ed28cfa71_0_473"/>
            <p:cNvSpPr/>
            <p:nvPr/>
          </p:nvSpPr>
          <p:spPr>
            <a:xfrm>
              <a:off x="4941888" y="3276600"/>
              <a:ext cx="25400" cy="90488"/>
            </a:xfrm>
            <a:custGeom>
              <a:rect b="b" l="l" r="r" t="t"/>
              <a:pathLst>
                <a:path extrusionOk="0" h="42" w="12">
                  <a:moveTo>
                    <a:pt x="6" y="42"/>
                  </a:moveTo>
                  <a:cubicBezTo>
                    <a:pt x="3" y="42"/>
                    <a:pt x="0" y="40"/>
                    <a:pt x="0" y="3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40"/>
                    <a:pt x="9" y="42"/>
                    <a:pt x="6" y="4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31ed28cfa71_0_473"/>
            <p:cNvSpPr/>
            <p:nvPr/>
          </p:nvSpPr>
          <p:spPr>
            <a:xfrm>
              <a:off x="4862513" y="3343275"/>
              <a:ext cx="187325" cy="23813"/>
            </a:xfrm>
            <a:custGeom>
              <a:rect b="b" l="l" r="r" t="t"/>
              <a:pathLst>
                <a:path extrusionOk="0" h="11" w="86">
                  <a:moveTo>
                    <a:pt x="8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4" y="0"/>
                    <a:pt x="86" y="2"/>
                    <a:pt x="86" y="6"/>
                  </a:cubicBezTo>
                  <a:cubicBezTo>
                    <a:pt x="86" y="9"/>
                    <a:pt x="84" y="11"/>
                    <a:pt x="81" y="11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31ed28cfa71_0_473"/>
            <p:cNvSpPr/>
            <p:nvPr/>
          </p:nvSpPr>
          <p:spPr>
            <a:xfrm>
              <a:off x="4611688" y="2992438"/>
              <a:ext cx="241300" cy="219075"/>
            </a:xfrm>
            <a:custGeom>
              <a:rect b="b" l="l" r="r" t="t"/>
              <a:pathLst>
                <a:path extrusionOk="0" h="101" w="111">
                  <a:moveTo>
                    <a:pt x="105" y="101"/>
                  </a:moveTo>
                  <a:cubicBezTo>
                    <a:pt x="6" y="101"/>
                    <a:pt x="6" y="101"/>
                    <a:pt x="6" y="101"/>
                  </a:cubicBezTo>
                  <a:cubicBezTo>
                    <a:pt x="4" y="101"/>
                    <a:pt x="2" y="100"/>
                    <a:pt x="1" y="98"/>
                  </a:cubicBezTo>
                  <a:cubicBezTo>
                    <a:pt x="0" y="97"/>
                    <a:pt x="0" y="95"/>
                    <a:pt x="0" y="9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4" y="2"/>
                    <a:pt x="27" y="0"/>
                    <a:pt x="30" y="1"/>
                  </a:cubicBezTo>
                  <a:cubicBezTo>
                    <a:pt x="33" y="1"/>
                    <a:pt x="34" y="4"/>
                    <a:pt x="34" y="7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8" y="90"/>
                    <a:pt x="111" y="92"/>
                    <a:pt x="111" y="95"/>
                  </a:cubicBezTo>
                  <a:cubicBezTo>
                    <a:pt x="111" y="98"/>
                    <a:pt x="108" y="101"/>
                    <a:pt x="105" y="101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31ed28cfa71_0_473"/>
            <p:cNvSpPr/>
            <p:nvPr/>
          </p:nvSpPr>
          <p:spPr>
            <a:xfrm>
              <a:off x="5056188" y="3187700"/>
              <a:ext cx="93663" cy="23813"/>
            </a:xfrm>
            <a:custGeom>
              <a:rect b="b" l="l" r="r" t="t"/>
              <a:pathLst>
                <a:path extrusionOk="0" h="11" w="43">
                  <a:moveTo>
                    <a:pt x="37" y="11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3" y="2"/>
                    <a:pt x="43" y="5"/>
                  </a:cubicBezTo>
                  <a:cubicBezTo>
                    <a:pt x="43" y="8"/>
                    <a:pt x="40" y="11"/>
                    <a:pt x="37" y="11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31ed28cfa71_0_473"/>
            <p:cNvSpPr/>
            <p:nvPr/>
          </p:nvSpPr>
          <p:spPr>
            <a:xfrm>
              <a:off x="5205413" y="2992438"/>
              <a:ext cx="88900" cy="219075"/>
            </a:xfrm>
            <a:custGeom>
              <a:rect b="b" l="l" r="r" t="t"/>
              <a:pathLst>
                <a:path extrusionOk="0" h="101" w="41">
                  <a:moveTo>
                    <a:pt x="35" y="101"/>
                  </a:moveTo>
                  <a:cubicBezTo>
                    <a:pt x="6" y="101"/>
                    <a:pt x="6" y="101"/>
                    <a:pt x="6" y="101"/>
                  </a:cubicBezTo>
                  <a:cubicBezTo>
                    <a:pt x="3" y="101"/>
                    <a:pt x="0" y="98"/>
                    <a:pt x="0" y="95"/>
                  </a:cubicBezTo>
                  <a:cubicBezTo>
                    <a:pt x="0" y="92"/>
                    <a:pt x="3" y="90"/>
                    <a:pt x="6" y="90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4"/>
                    <a:pt x="8" y="1"/>
                    <a:pt x="11" y="1"/>
                  </a:cubicBezTo>
                  <a:cubicBezTo>
                    <a:pt x="14" y="0"/>
                    <a:pt x="17" y="2"/>
                    <a:pt x="18" y="5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41" y="95"/>
                    <a:pt x="41" y="97"/>
                    <a:pt x="40" y="98"/>
                  </a:cubicBezTo>
                  <a:cubicBezTo>
                    <a:pt x="38" y="100"/>
                    <a:pt x="37" y="101"/>
                    <a:pt x="35" y="101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31ed28cfa71_0_473"/>
            <p:cNvSpPr/>
            <p:nvPr/>
          </p:nvSpPr>
          <p:spPr>
            <a:xfrm>
              <a:off x="4973638" y="3028950"/>
              <a:ext cx="95250" cy="103188"/>
            </a:xfrm>
            <a:custGeom>
              <a:rect b="b" l="l" r="r" t="t"/>
              <a:pathLst>
                <a:path extrusionOk="0" h="47" w="44">
                  <a:moveTo>
                    <a:pt x="38" y="47"/>
                  </a:moveTo>
                  <a:cubicBezTo>
                    <a:pt x="35" y="47"/>
                    <a:pt x="33" y="46"/>
                    <a:pt x="33" y="43"/>
                  </a:cubicBezTo>
                  <a:cubicBezTo>
                    <a:pt x="30" y="28"/>
                    <a:pt x="19" y="16"/>
                    <a:pt x="5" y="11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6" y="0"/>
                    <a:pt x="8" y="1"/>
                  </a:cubicBezTo>
                  <a:cubicBezTo>
                    <a:pt x="26" y="7"/>
                    <a:pt x="40" y="22"/>
                    <a:pt x="43" y="41"/>
                  </a:cubicBezTo>
                  <a:cubicBezTo>
                    <a:pt x="44" y="44"/>
                    <a:pt x="42" y="47"/>
                    <a:pt x="39" y="47"/>
                  </a:cubicBezTo>
                  <a:cubicBezTo>
                    <a:pt x="39" y="47"/>
                    <a:pt x="38" y="47"/>
                    <a:pt x="38" y="4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31ed28cfa71_0_473"/>
            <p:cNvSpPr/>
            <p:nvPr/>
          </p:nvSpPr>
          <p:spPr>
            <a:xfrm>
              <a:off x="4838700" y="3028950"/>
              <a:ext cx="95250" cy="103188"/>
            </a:xfrm>
            <a:custGeom>
              <a:rect b="b" l="l" r="r" t="t"/>
              <a:pathLst>
                <a:path extrusionOk="0" h="47" w="44">
                  <a:moveTo>
                    <a:pt x="6" y="47"/>
                  </a:moveTo>
                  <a:cubicBezTo>
                    <a:pt x="6" y="47"/>
                    <a:pt x="5" y="47"/>
                    <a:pt x="5" y="47"/>
                  </a:cubicBezTo>
                  <a:cubicBezTo>
                    <a:pt x="2" y="47"/>
                    <a:pt x="0" y="44"/>
                    <a:pt x="1" y="41"/>
                  </a:cubicBezTo>
                  <a:cubicBezTo>
                    <a:pt x="4" y="22"/>
                    <a:pt x="18" y="7"/>
                    <a:pt x="36" y="1"/>
                  </a:cubicBezTo>
                  <a:cubicBezTo>
                    <a:pt x="38" y="0"/>
                    <a:pt x="42" y="1"/>
                    <a:pt x="43" y="4"/>
                  </a:cubicBezTo>
                  <a:cubicBezTo>
                    <a:pt x="44" y="7"/>
                    <a:pt x="42" y="10"/>
                    <a:pt x="39" y="11"/>
                  </a:cubicBezTo>
                  <a:cubicBezTo>
                    <a:pt x="25" y="16"/>
                    <a:pt x="14" y="28"/>
                    <a:pt x="11" y="43"/>
                  </a:cubicBezTo>
                  <a:cubicBezTo>
                    <a:pt x="11" y="46"/>
                    <a:pt x="9" y="47"/>
                    <a:pt x="6" y="4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1ed28cfa71_0_473"/>
            <p:cNvSpPr/>
            <p:nvPr/>
          </p:nvSpPr>
          <p:spPr>
            <a:xfrm>
              <a:off x="4694238" y="2897188"/>
              <a:ext cx="42900" cy="414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31ed28cfa71_0_473"/>
            <p:cNvSpPr/>
            <p:nvPr/>
          </p:nvSpPr>
          <p:spPr>
            <a:xfrm>
              <a:off x="4648200" y="2919413"/>
              <a:ext cx="34800" cy="366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31ed28cfa71_0_473"/>
            <p:cNvSpPr/>
            <p:nvPr/>
          </p:nvSpPr>
          <p:spPr>
            <a:xfrm>
              <a:off x="4724400" y="2835275"/>
              <a:ext cx="42900" cy="429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31ed28cfa71_0_473"/>
            <p:cNvSpPr/>
            <p:nvPr/>
          </p:nvSpPr>
          <p:spPr>
            <a:xfrm>
              <a:off x="4670425" y="2865438"/>
              <a:ext cx="28500" cy="28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1ed28cfa71_0_473"/>
            <p:cNvSpPr/>
            <p:nvPr/>
          </p:nvSpPr>
          <p:spPr>
            <a:xfrm>
              <a:off x="4741863" y="2938463"/>
              <a:ext cx="31800" cy="333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1ed28cfa71_0_473"/>
            <p:cNvSpPr/>
            <p:nvPr/>
          </p:nvSpPr>
          <p:spPr>
            <a:xfrm>
              <a:off x="5194300" y="2846388"/>
              <a:ext cx="28500" cy="303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31ed28cfa71_0_473"/>
            <p:cNvSpPr/>
            <p:nvPr/>
          </p:nvSpPr>
          <p:spPr>
            <a:xfrm>
              <a:off x="4672013" y="2924175"/>
              <a:ext cx="26988" cy="12700"/>
            </a:xfrm>
            <a:custGeom>
              <a:rect b="b" l="l" r="r" t="t"/>
              <a:pathLst>
                <a:path extrusionOk="0" h="6" w="12">
                  <a:moveTo>
                    <a:pt x="1" y="6"/>
                  </a:move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2" y="1"/>
                    <a:pt x="12" y="2"/>
                    <a:pt x="11" y="2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31ed28cfa71_0_473"/>
            <p:cNvSpPr/>
            <p:nvPr/>
          </p:nvSpPr>
          <p:spPr>
            <a:xfrm>
              <a:off x="4722813" y="2865438"/>
              <a:ext cx="20638" cy="36513"/>
            </a:xfrm>
            <a:custGeom>
              <a:rect b="b" l="l" r="r" t="t"/>
              <a:pathLst>
                <a:path extrusionOk="0" h="17" w="10">
                  <a:moveTo>
                    <a:pt x="1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8" y="0"/>
                    <a:pt x="9" y="1"/>
                  </a:cubicBezTo>
                  <a:cubicBezTo>
                    <a:pt x="9" y="1"/>
                    <a:pt x="10" y="2"/>
                    <a:pt x="9" y="2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7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1ed28cfa71_0_473"/>
            <p:cNvSpPr/>
            <p:nvPr/>
          </p:nvSpPr>
          <p:spPr>
            <a:xfrm>
              <a:off x="4687888" y="2882900"/>
              <a:ext cx="17463" cy="20638"/>
            </a:xfrm>
            <a:custGeom>
              <a:rect b="b" l="l" r="r" t="t"/>
              <a:pathLst>
                <a:path extrusionOk="0" h="10" w="8">
                  <a:moveTo>
                    <a:pt x="7" y="10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31ed28cfa71_0_473"/>
            <p:cNvSpPr/>
            <p:nvPr/>
          </p:nvSpPr>
          <p:spPr>
            <a:xfrm>
              <a:off x="4713288" y="2914650"/>
              <a:ext cx="47625" cy="42863"/>
            </a:xfrm>
            <a:custGeom>
              <a:rect b="b" l="l" r="r" t="t"/>
              <a:pathLst>
                <a:path extrusionOk="0" h="20" w="22">
                  <a:moveTo>
                    <a:pt x="21" y="20"/>
                  </a:moveTo>
                  <a:cubicBezTo>
                    <a:pt x="21" y="20"/>
                    <a:pt x="20" y="20"/>
                    <a:pt x="20" y="2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0"/>
                    <a:pt x="1" y="0"/>
                    <a:pt x="2" y="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9"/>
                    <a:pt x="22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31ed28cfa71_0_473"/>
            <p:cNvSpPr/>
            <p:nvPr/>
          </p:nvSpPr>
          <p:spPr>
            <a:xfrm>
              <a:off x="5133975" y="2847975"/>
              <a:ext cx="107950" cy="119063"/>
            </a:xfrm>
            <a:custGeom>
              <a:rect b="b" l="l" r="r" t="t"/>
              <a:pathLst>
                <a:path extrusionOk="0" h="55" w="50">
                  <a:moveTo>
                    <a:pt x="41" y="55"/>
                  </a:moveTo>
                  <a:cubicBezTo>
                    <a:pt x="35" y="55"/>
                    <a:pt x="25" y="48"/>
                    <a:pt x="16" y="36"/>
                  </a:cubicBezTo>
                  <a:cubicBezTo>
                    <a:pt x="4" y="22"/>
                    <a:pt x="0" y="8"/>
                    <a:pt x="5" y="4"/>
                  </a:cubicBezTo>
                  <a:cubicBezTo>
                    <a:pt x="11" y="0"/>
                    <a:pt x="23" y="7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46" y="35"/>
                    <a:pt x="50" y="49"/>
                    <a:pt x="45" y="54"/>
                  </a:cubicBezTo>
                  <a:cubicBezTo>
                    <a:pt x="44" y="54"/>
                    <a:pt x="42" y="55"/>
                    <a:pt x="41" y="55"/>
                  </a:cubicBezTo>
                  <a:close/>
                  <a:moveTo>
                    <a:pt x="9" y="5"/>
                  </a:moveTo>
                  <a:cubicBezTo>
                    <a:pt x="8" y="5"/>
                    <a:pt x="8" y="5"/>
                    <a:pt x="7" y="6"/>
                  </a:cubicBezTo>
                  <a:cubicBezTo>
                    <a:pt x="3" y="9"/>
                    <a:pt x="7" y="21"/>
                    <a:pt x="18" y="35"/>
                  </a:cubicBezTo>
                  <a:cubicBezTo>
                    <a:pt x="28" y="48"/>
                    <a:pt x="40" y="54"/>
                    <a:pt x="43" y="52"/>
                  </a:cubicBezTo>
                  <a:cubicBezTo>
                    <a:pt x="47" y="49"/>
                    <a:pt x="43" y="36"/>
                    <a:pt x="33" y="23"/>
                  </a:cubicBezTo>
                  <a:cubicBezTo>
                    <a:pt x="24" y="11"/>
                    <a:pt x="14" y="5"/>
                    <a:pt x="9" y="5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1ed28cfa71_0_473"/>
            <p:cNvSpPr/>
            <p:nvPr/>
          </p:nvSpPr>
          <p:spPr>
            <a:xfrm>
              <a:off x="5121275" y="2884488"/>
              <a:ext cx="136525" cy="52388"/>
            </a:xfrm>
            <a:custGeom>
              <a:rect b="b" l="l" r="r" t="t"/>
              <a:pathLst>
                <a:path extrusionOk="0" h="24" w="63">
                  <a:moveTo>
                    <a:pt x="31" y="24"/>
                  </a:moveTo>
                  <a:cubicBezTo>
                    <a:pt x="13" y="24"/>
                    <a:pt x="0" y="19"/>
                    <a:pt x="0" y="12"/>
                  </a:cubicBezTo>
                  <a:cubicBezTo>
                    <a:pt x="0" y="5"/>
                    <a:pt x="13" y="0"/>
                    <a:pt x="31" y="0"/>
                  </a:cubicBezTo>
                  <a:cubicBezTo>
                    <a:pt x="49" y="0"/>
                    <a:pt x="63" y="5"/>
                    <a:pt x="63" y="12"/>
                  </a:cubicBezTo>
                  <a:cubicBezTo>
                    <a:pt x="63" y="19"/>
                    <a:pt x="49" y="24"/>
                    <a:pt x="31" y="24"/>
                  </a:cubicBezTo>
                  <a:close/>
                  <a:moveTo>
                    <a:pt x="31" y="2"/>
                  </a:moveTo>
                  <a:cubicBezTo>
                    <a:pt x="14" y="2"/>
                    <a:pt x="2" y="7"/>
                    <a:pt x="2" y="12"/>
                  </a:cubicBezTo>
                  <a:cubicBezTo>
                    <a:pt x="2" y="16"/>
                    <a:pt x="14" y="21"/>
                    <a:pt x="31" y="21"/>
                  </a:cubicBezTo>
                  <a:cubicBezTo>
                    <a:pt x="48" y="21"/>
                    <a:pt x="60" y="16"/>
                    <a:pt x="60" y="12"/>
                  </a:cubicBezTo>
                  <a:cubicBezTo>
                    <a:pt x="60" y="7"/>
                    <a:pt x="48" y="2"/>
                    <a:pt x="31" y="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31ed28cfa71_0_473"/>
            <p:cNvSpPr/>
            <p:nvPr/>
          </p:nvSpPr>
          <p:spPr>
            <a:xfrm>
              <a:off x="5133975" y="2847975"/>
              <a:ext cx="107950" cy="119063"/>
            </a:xfrm>
            <a:custGeom>
              <a:rect b="b" l="l" r="r" t="t"/>
              <a:pathLst>
                <a:path extrusionOk="0" h="55" w="50">
                  <a:moveTo>
                    <a:pt x="9" y="55"/>
                  </a:moveTo>
                  <a:cubicBezTo>
                    <a:pt x="8" y="55"/>
                    <a:pt x="6" y="54"/>
                    <a:pt x="5" y="54"/>
                  </a:cubicBezTo>
                  <a:cubicBezTo>
                    <a:pt x="0" y="49"/>
                    <a:pt x="4" y="35"/>
                    <a:pt x="16" y="21"/>
                  </a:cubicBezTo>
                  <a:cubicBezTo>
                    <a:pt x="27" y="7"/>
                    <a:pt x="39" y="0"/>
                    <a:pt x="45" y="4"/>
                  </a:cubicBezTo>
                  <a:cubicBezTo>
                    <a:pt x="50" y="8"/>
                    <a:pt x="46" y="22"/>
                    <a:pt x="35" y="36"/>
                  </a:cubicBezTo>
                  <a:cubicBezTo>
                    <a:pt x="26" y="48"/>
                    <a:pt x="16" y="55"/>
                    <a:pt x="9" y="55"/>
                  </a:cubicBezTo>
                  <a:close/>
                  <a:moveTo>
                    <a:pt x="17" y="22"/>
                  </a:moveTo>
                  <a:cubicBezTo>
                    <a:pt x="18" y="23"/>
                    <a:pt x="18" y="23"/>
                    <a:pt x="18" y="23"/>
                  </a:cubicBezTo>
                  <a:cubicBezTo>
                    <a:pt x="7" y="36"/>
                    <a:pt x="3" y="49"/>
                    <a:pt x="7" y="52"/>
                  </a:cubicBezTo>
                  <a:cubicBezTo>
                    <a:pt x="11" y="54"/>
                    <a:pt x="22" y="48"/>
                    <a:pt x="33" y="35"/>
                  </a:cubicBezTo>
                  <a:cubicBezTo>
                    <a:pt x="43" y="21"/>
                    <a:pt x="47" y="9"/>
                    <a:pt x="43" y="6"/>
                  </a:cubicBezTo>
                  <a:cubicBezTo>
                    <a:pt x="40" y="3"/>
                    <a:pt x="28" y="9"/>
                    <a:pt x="18" y="23"/>
                  </a:cubicBezTo>
                  <a:lnTo>
                    <a:pt x="17" y="22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g31ed28cfa71_0_473"/>
          <p:cNvSpPr/>
          <p:nvPr/>
        </p:nvSpPr>
        <p:spPr>
          <a:xfrm>
            <a:off x="1171378" y="2205605"/>
            <a:ext cx="486000" cy="39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g31ed28cfa71_0_473"/>
          <p:cNvCxnSpPr>
            <a:stCxn id="689" idx="1"/>
          </p:cNvCxnSpPr>
          <p:nvPr/>
        </p:nvCxnSpPr>
        <p:spPr>
          <a:xfrm flipH="1">
            <a:off x="757978" y="2404505"/>
            <a:ext cx="413400" cy="882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2" name="Google Shape;722;g31ed28cfa71_0_473"/>
          <p:cNvSpPr/>
          <p:nvPr/>
        </p:nvSpPr>
        <p:spPr>
          <a:xfrm>
            <a:off x="2663251" y="2742526"/>
            <a:ext cx="953100" cy="3384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local incre-training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Algo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g31ed28cfa71_0_473"/>
          <p:cNvCxnSpPr>
            <a:stCxn id="687" idx="2"/>
            <a:endCxn id="690" idx="1"/>
          </p:cNvCxnSpPr>
          <p:nvPr/>
        </p:nvCxnSpPr>
        <p:spPr>
          <a:xfrm>
            <a:off x="2214537" y="2510171"/>
            <a:ext cx="900" cy="273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4" name="Google Shape;724;g31ed28cfa71_0_473"/>
          <p:cNvSpPr/>
          <p:nvPr/>
        </p:nvSpPr>
        <p:spPr>
          <a:xfrm>
            <a:off x="4858545" y="2588019"/>
            <a:ext cx="980400" cy="3840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Aggeration Algo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g31ed28cfa71_0_473"/>
          <p:cNvCxnSpPr>
            <a:stCxn id="690" idx="4"/>
            <a:endCxn id="722" idx="1"/>
          </p:cNvCxnSpPr>
          <p:nvPr/>
        </p:nvCxnSpPr>
        <p:spPr>
          <a:xfrm flipH="1" rot="10800000">
            <a:off x="2514959" y="2911772"/>
            <a:ext cx="148200" cy="5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6" name="Google Shape;726;g31ed28cfa71_0_473"/>
          <p:cNvCxnSpPr>
            <a:stCxn id="669" idx="3"/>
            <a:endCxn id="724" idx="1"/>
          </p:cNvCxnSpPr>
          <p:nvPr/>
        </p:nvCxnSpPr>
        <p:spPr>
          <a:xfrm flipH="1" rot="10800000">
            <a:off x="3613792" y="2780141"/>
            <a:ext cx="1244700" cy="896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727" name="Google Shape;727;g31ed28cfa71_0_473"/>
          <p:cNvCxnSpPr>
            <a:stCxn id="722" idx="3"/>
            <a:endCxn id="724" idx="1"/>
          </p:cNvCxnSpPr>
          <p:nvPr/>
        </p:nvCxnSpPr>
        <p:spPr>
          <a:xfrm flipH="1" rot="10800000">
            <a:off x="3616351" y="2780026"/>
            <a:ext cx="1242300" cy="131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728" name="Google Shape;728;g31ed28cfa71_0_473"/>
          <p:cNvCxnSpPr>
            <a:endCxn id="692" idx="1"/>
          </p:cNvCxnSpPr>
          <p:nvPr/>
        </p:nvCxnSpPr>
        <p:spPr>
          <a:xfrm flipH="1" rot="10800000">
            <a:off x="777541" y="3008271"/>
            <a:ext cx="375600" cy="280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29" name="Google Shape;729;g31ed28cfa71_0_473"/>
          <p:cNvCxnSpPr>
            <a:endCxn id="671" idx="1"/>
          </p:cNvCxnSpPr>
          <p:nvPr/>
        </p:nvCxnSpPr>
        <p:spPr>
          <a:xfrm>
            <a:off x="781686" y="3269985"/>
            <a:ext cx="350700" cy="408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730" name="Google Shape;730;g31ed28cfa71_0_473"/>
          <p:cNvGrpSpPr/>
          <p:nvPr/>
        </p:nvGrpSpPr>
        <p:grpSpPr>
          <a:xfrm>
            <a:off x="420147" y="2302238"/>
            <a:ext cx="200078" cy="199270"/>
            <a:chOff x="561975" y="1692276"/>
            <a:chExt cx="703263" cy="714487"/>
          </a:xfrm>
        </p:grpSpPr>
        <p:sp>
          <p:nvSpPr>
            <p:cNvPr id="731" name="Google Shape;731;g31ed28cfa71_0_473"/>
            <p:cNvSpPr/>
            <p:nvPr/>
          </p:nvSpPr>
          <p:spPr>
            <a:xfrm>
              <a:off x="92710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31ed28cfa71_0_473"/>
            <p:cNvSpPr/>
            <p:nvPr/>
          </p:nvSpPr>
          <p:spPr>
            <a:xfrm>
              <a:off x="84455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31ed28cfa71_0_473"/>
            <p:cNvSpPr/>
            <p:nvPr/>
          </p:nvSpPr>
          <p:spPr>
            <a:xfrm>
              <a:off x="561975" y="1692276"/>
              <a:ext cx="703263" cy="701676"/>
            </a:xfrm>
            <a:custGeom>
              <a:rect b="b" l="l" r="r" t="t"/>
              <a:pathLst>
                <a:path extrusionOk="0" h="525" w="526">
                  <a:moveTo>
                    <a:pt x="233" y="524"/>
                  </a:moveTo>
                  <a:cubicBezTo>
                    <a:pt x="232" y="524"/>
                    <a:pt x="232" y="524"/>
                    <a:pt x="232" y="524"/>
                  </a:cubicBezTo>
                  <a:cubicBezTo>
                    <a:pt x="99" y="509"/>
                    <a:pt x="0" y="396"/>
                    <a:pt x="0" y="263"/>
                  </a:cubicBezTo>
                  <a:cubicBezTo>
                    <a:pt x="0" y="118"/>
                    <a:pt x="118" y="0"/>
                    <a:pt x="263" y="0"/>
                  </a:cubicBezTo>
                  <a:cubicBezTo>
                    <a:pt x="408" y="0"/>
                    <a:pt x="526" y="118"/>
                    <a:pt x="526" y="263"/>
                  </a:cubicBezTo>
                  <a:cubicBezTo>
                    <a:pt x="526" y="395"/>
                    <a:pt x="427" y="507"/>
                    <a:pt x="296" y="524"/>
                  </a:cubicBezTo>
                  <a:cubicBezTo>
                    <a:pt x="291" y="525"/>
                    <a:pt x="286" y="521"/>
                    <a:pt x="286" y="516"/>
                  </a:cubicBezTo>
                  <a:cubicBezTo>
                    <a:pt x="285" y="511"/>
                    <a:pt x="289" y="507"/>
                    <a:pt x="293" y="506"/>
                  </a:cubicBezTo>
                  <a:cubicBezTo>
                    <a:pt x="416" y="491"/>
                    <a:pt x="508" y="386"/>
                    <a:pt x="508" y="263"/>
                  </a:cubicBezTo>
                  <a:cubicBezTo>
                    <a:pt x="508" y="128"/>
                    <a:pt x="398" y="18"/>
                    <a:pt x="263" y="18"/>
                  </a:cubicBezTo>
                  <a:cubicBezTo>
                    <a:pt x="128" y="18"/>
                    <a:pt x="18" y="128"/>
                    <a:pt x="18" y="263"/>
                  </a:cubicBezTo>
                  <a:cubicBezTo>
                    <a:pt x="18" y="387"/>
                    <a:pt x="111" y="492"/>
                    <a:pt x="234" y="506"/>
                  </a:cubicBezTo>
                  <a:cubicBezTo>
                    <a:pt x="239" y="507"/>
                    <a:pt x="242" y="511"/>
                    <a:pt x="242" y="516"/>
                  </a:cubicBezTo>
                  <a:cubicBezTo>
                    <a:pt x="241" y="521"/>
                    <a:pt x="237" y="524"/>
                    <a:pt x="233" y="524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1ed28cfa71_0_473"/>
            <p:cNvSpPr/>
            <p:nvPr/>
          </p:nvSpPr>
          <p:spPr>
            <a:xfrm>
              <a:off x="665163" y="1870075"/>
              <a:ext cx="355600" cy="434975"/>
            </a:xfrm>
            <a:custGeom>
              <a:rect b="b" l="l" r="r" t="t"/>
              <a:pathLst>
                <a:path extrusionOk="0" h="326" w="266">
                  <a:moveTo>
                    <a:pt x="177" y="326"/>
                  </a:moveTo>
                  <a:cubicBezTo>
                    <a:pt x="164" y="326"/>
                    <a:pt x="153" y="318"/>
                    <a:pt x="150" y="305"/>
                  </a:cubicBezTo>
                  <a:cubicBezTo>
                    <a:pt x="123" y="198"/>
                    <a:pt x="123" y="198"/>
                    <a:pt x="123" y="198"/>
                  </a:cubicBezTo>
                  <a:cubicBezTo>
                    <a:pt x="91" y="305"/>
                    <a:pt x="91" y="305"/>
                    <a:pt x="91" y="305"/>
                  </a:cubicBezTo>
                  <a:cubicBezTo>
                    <a:pt x="87" y="316"/>
                    <a:pt x="77" y="324"/>
                    <a:pt x="65" y="324"/>
                  </a:cubicBezTo>
                  <a:cubicBezTo>
                    <a:pt x="57" y="324"/>
                    <a:pt x="50" y="320"/>
                    <a:pt x="45" y="313"/>
                  </a:cubicBezTo>
                  <a:cubicBezTo>
                    <a:pt x="40" y="307"/>
                    <a:pt x="38" y="298"/>
                    <a:pt x="40" y="290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3" y="84"/>
                    <a:pt x="83" y="84"/>
                    <a:pt x="83" y="84"/>
                  </a:cubicBezTo>
                  <a:cubicBezTo>
                    <a:pt x="68" y="98"/>
                    <a:pt x="68" y="98"/>
                    <a:pt x="68" y="98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1" y="160"/>
                    <a:pt x="47" y="165"/>
                    <a:pt x="41" y="169"/>
                  </a:cubicBezTo>
                  <a:cubicBezTo>
                    <a:pt x="35" y="172"/>
                    <a:pt x="28" y="173"/>
                    <a:pt x="21" y="171"/>
                  </a:cubicBezTo>
                  <a:cubicBezTo>
                    <a:pt x="8" y="167"/>
                    <a:pt x="0" y="152"/>
                    <a:pt x="4" y="139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63"/>
                    <a:pt x="27" y="62"/>
                    <a:pt x="28" y="61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5" y="0"/>
                    <a:pt x="99" y="0"/>
                    <a:pt x="101" y="3"/>
                  </a:cubicBezTo>
                  <a:cubicBezTo>
                    <a:pt x="103" y="5"/>
                    <a:pt x="103" y="9"/>
                    <a:pt x="101" y="11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3" y="150"/>
                    <a:pt x="17" y="157"/>
                    <a:pt x="25" y="159"/>
                  </a:cubicBezTo>
                  <a:cubicBezTo>
                    <a:pt x="28" y="160"/>
                    <a:pt x="32" y="160"/>
                    <a:pt x="35" y="158"/>
                  </a:cubicBezTo>
                  <a:cubicBezTo>
                    <a:pt x="38" y="156"/>
                    <a:pt x="40" y="153"/>
                    <a:pt x="41" y="150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7" y="93"/>
                    <a:pt x="57" y="92"/>
                    <a:pt x="58" y="91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8" y="63"/>
                    <a:pt x="90" y="63"/>
                    <a:pt x="92" y="64"/>
                  </a:cubicBezTo>
                  <a:cubicBezTo>
                    <a:pt x="95" y="65"/>
                    <a:pt x="96" y="67"/>
                    <a:pt x="96" y="70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9"/>
                    <a:pt x="93" y="149"/>
                    <a:pt x="93" y="150"/>
                  </a:cubicBezTo>
                  <a:cubicBezTo>
                    <a:pt x="52" y="294"/>
                    <a:pt x="52" y="294"/>
                    <a:pt x="52" y="294"/>
                  </a:cubicBezTo>
                  <a:cubicBezTo>
                    <a:pt x="51" y="298"/>
                    <a:pt x="51" y="303"/>
                    <a:pt x="54" y="306"/>
                  </a:cubicBezTo>
                  <a:cubicBezTo>
                    <a:pt x="57" y="310"/>
                    <a:pt x="61" y="312"/>
                    <a:pt x="65" y="312"/>
                  </a:cubicBezTo>
                  <a:cubicBezTo>
                    <a:pt x="72" y="312"/>
                    <a:pt x="77" y="308"/>
                    <a:pt x="79" y="302"/>
                  </a:cubicBezTo>
                  <a:cubicBezTo>
                    <a:pt x="118" y="174"/>
                    <a:pt x="118" y="174"/>
                    <a:pt x="118" y="174"/>
                  </a:cubicBezTo>
                  <a:cubicBezTo>
                    <a:pt x="118" y="172"/>
                    <a:pt x="121" y="170"/>
                    <a:pt x="124" y="170"/>
                  </a:cubicBezTo>
                  <a:cubicBezTo>
                    <a:pt x="126" y="170"/>
                    <a:pt x="129" y="172"/>
                    <a:pt x="129" y="174"/>
                  </a:cubicBezTo>
                  <a:cubicBezTo>
                    <a:pt x="162" y="302"/>
                    <a:pt x="162" y="302"/>
                    <a:pt x="162" y="302"/>
                  </a:cubicBezTo>
                  <a:cubicBezTo>
                    <a:pt x="163" y="310"/>
                    <a:pt x="170" y="314"/>
                    <a:pt x="177" y="314"/>
                  </a:cubicBezTo>
                  <a:cubicBezTo>
                    <a:pt x="182" y="314"/>
                    <a:pt x="187" y="312"/>
                    <a:pt x="190" y="308"/>
                  </a:cubicBezTo>
                  <a:cubicBezTo>
                    <a:pt x="193" y="304"/>
                    <a:pt x="194" y="299"/>
                    <a:pt x="192" y="294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4"/>
                    <a:pt x="154" y="153"/>
                    <a:pt x="154" y="153"/>
                  </a:cubicBezTo>
                  <a:cubicBezTo>
                    <a:pt x="156" y="66"/>
                    <a:pt x="156" y="66"/>
                    <a:pt x="156" y="66"/>
                  </a:cubicBezTo>
                  <a:cubicBezTo>
                    <a:pt x="156" y="63"/>
                    <a:pt x="158" y="61"/>
                    <a:pt x="160" y="60"/>
                  </a:cubicBezTo>
                  <a:cubicBezTo>
                    <a:pt x="162" y="59"/>
                    <a:pt x="165" y="60"/>
                    <a:pt x="167" y="62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30" y="123"/>
                    <a:pt x="230" y="123"/>
                    <a:pt x="230" y="123"/>
                  </a:cubicBezTo>
                  <a:cubicBezTo>
                    <a:pt x="233" y="125"/>
                    <a:pt x="236" y="125"/>
                    <a:pt x="240" y="125"/>
                  </a:cubicBezTo>
                  <a:cubicBezTo>
                    <a:pt x="244" y="124"/>
                    <a:pt x="247" y="122"/>
                    <a:pt x="249" y="118"/>
                  </a:cubicBezTo>
                  <a:cubicBezTo>
                    <a:pt x="252" y="112"/>
                    <a:pt x="250" y="104"/>
                    <a:pt x="244" y="100"/>
                  </a:cubicBezTo>
                  <a:cubicBezTo>
                    <a:pt x="211" y="79"/>
                    <a:pt x="211" y="79"/>
                    <a:pt x="211" y="79"/>
                  </a:cubicBezTo>
                  <a:cubicBezTo>
                    <a:pt x="211" y="79"/>
                    <a:pt x="210" y="79"/>
                    <a:pt x="210" y="78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3" y="8"/>
                    <a:pt x="154" y="4"/>
                    <a:pt x="156" y="2"/>
                  </a:cubicBezTo>
                  <a:cubicBezTo>
                    <a:pt x="159" y="0"/>
                    <a:pt x="163" y="1"/>
                    <a:pt x="165" y="3"/>
                  </a:cubicBezTo>
                  <a:cubicBezTo>
                    <a:pt x="218" y="70"/>
                    <a:pt x="218" y="70"/>
                    <a:pt x="218" y="7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62" y="97"/>
                    <a:pt x="266" y="112"/>
                    <a:pt x="259" y="124"/>
                  </a:cubicBezTo>
                  <a:cubicBezTo>
                    <a:pt x="255" y="130"/>
                    <a:pt x="250" y="135"/>
                    <a:pt x="243" y="136"/>
                  </a:cubicBezTo>
                  <a:cubicBezTo>
                    <a:pt x="236" y="138"/>
                    <a:pt x="229" y="137"/>
                    <a:pt x="223" y="133"/>
                  </a:cubicBezTo>
                  <a:cubicBezTo>
                    <a:pt x="192" y="112"/>
                    <a:pt x="192" y="112"/>
                    <a:pt x="192" y="112"/>
                  </a:cubicBezTo>
                  <a:cubicBezTo>
                    <a:pt x="192" y="112"/>
                    <a:pt x="191" y="111"/>
                    <a:pt x="191" y="111"/>
                  </a:cubicBezTo>
                  <a:cubicBezTo>
                    <a:pt x="167" y="82"/>
                    <a:pt x="167" y="82"/>
                    <a:pt x="167" y="8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204" y="291"/>
                    <a:pt x="204" y="291"/>
                    <a:pt x="204" y="291"/>
                  </a:cubicBezTo>
                  <a:cubicBezTo>
                    <a:pt x="206" y="300"/>
                    <a:pt x="204" y="308"/>
                    <a:pt x="199" y="315"/>
                  </a:cubicBezTo>
                  <a:cubicBezTo>
                    <a:pt x="194" y="322"/>
                    <a:pt x="186" y="326"/>
                    <a:pt x="177" y="326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1ed28cfa71_0_473"/>
            <p:cNvSpPr/>
            <p:nvPr/>
          </p:nvSpPr>
          <p:spPr>
            <a:xfrm>
              <a:off x="766763" y="1765300"/>
              <a:ext cx="141287" cy="138113"/>
            </a:xfrm>
            <a:custGeom>
              <a:rect b="b" l="l" r="r" t="t"/>
              <a:pathLst>
                <a:path extrusionOk="0" h="103" w="105">
                  <a:moveTo>
                    <a:pt x="52" y="103"/>
                  </a:moveTo>
                  <a:cubicBezTo>
                    <a:pt x="23" y="103"/>
                    <a:pt x="0" y="80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5" y="23"/>
                    <a:pt x="105" y="52"/>
                  </a:cubicBezTo>
                  <a:cubicBezTo>
                    <a:pt x="105" y="80"/>
                    <a:pt x="81" y="103"/>
                    <a:pt x="52" y="103"/>
                  </a:cubicBezTo>
                  <a:close/>
                  <a:moveTo>
                    <a:pt x="52" y="12"/>
                  </a:moveTo>
                  <a:cubicBezTo>
                    <a:pt x="30" y="12"/>
                    <a:pt x="12" y="30"/>
                    <a:pt x="12" y="52"/>
                  </a:cubicBezTo>
                  <a:cubicBezTo>
                    <a:pt x="12" y="73"/>
                    <a:pt x="30" y="91"/>
                    <a:pt x="52" y="91"/>
                  </a:cubicBezTo>
                  <a:cubicBezTo>
                    <a:pt x="75" y="91"/>
                    <a:pt x="93" y="73"/>
                    <a:pt x="93" y="52"/>
                  </a:cubicBezTo>
                  <a:cubicBezTo>
                    <a:pt x="93" y="30"/>
                    <a:pt x="75" y="12"/>
                    <a:pt x="52" y="1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31ed28cfa71_0_473"/>
            <p:cNvSpPr/>
            <p:nvPr/>
          </p:nvSpPr>
          <p:spPr>
            <a:xfrm>
              <a:off x="884238" y="2009775"/>
              <a:ext cx="307975" cy="303213"/>
            </a:xfrm>
            <a:custGeom>
              <a:rect b="b" l="l" r="r" t="t"/>
              <a:pathLst>
                <a:path extrusionOk="0" h="227" w="230">
                  <a:moveTo>
                    <a:pt x="133" y="227"/>
                  </a:moveTo>
                  <a:cubicBezTo>
                    <a:pt x="112" y="227"/>
                    <a:pt x="112" y="227"/>
                    <a:pt x="112" y="227"/>
                  </a:cubicBezTo>
                  <a:cubicBezTo>
                    <a:pt x="109" y="227"/>
                    <a:pt x="106" y="224"/>
                    <a:pt x="106" y="221"/>
                  </a:cubicBezTo>
                  <a:cubicBezTo>
                    <a:pt x="106" y="221"/>
                    <a:pt x="102" y="167"/>
                    <a:pt x="97" y="150"/>
                  </a:cubicBezTo>
                  <a:cubicBezTo>
                    <a:pt x="97" y="147"/>
                    <a:pt x="94" y="139"/>
                    <a:pt x="85" y="141"/>
                  </a:cubicBezTo>
                  <a:cubicBezTo>
                    <a:pt x="83" y="141"/>
                    <a:pt x="81" y="141"/>
                    <a:pt x="79" y="142"/>
                  </a:cubicBezTo>
                  <a:cubicBezTo>
                    <a:pt x="65" y="145"/>
                    <a:pt x="47" y="149"/>
                    <a:pt x="21" y="148"/>
                  </a:cubicBezTo>
                  <a:cubicBezTo>
                    <a:pt x="18" y="148"/>
                    <a:pt x="15" y="145"/>
                    <a:pt x="15" y="141"/>
                  </a:cubicBezTo>
                  <a:cubicBezTo>
                    <a:pt x="15" y="138"/>
                    <a:pt x="18" y="136"/>
                    <a:pt x="22" y="136"/>
                  </a:cubicBezTo>
                  <a:cubicBezTo>
                    <a:pt x="46" y="137"/>
                    <a:pt x="62" y="133"/>
                    <a:pt x="77" y="130"/>
                  </a:cubicBezTo>
                  <a:cubicBezTo>
                    <a:pt x="79" y="130"/>
                    <a:pt x="81" y="129"/>
                    <a:pt x="83" y="129"/>
                  </a:cubicBezTo>
                  <a:cubicBezTo>
                    <a:pt x="95" y="126"/>
                    <a:pt x="106" y="134"/>
                    <a:pt x="109" y="147"/>
                  </a:cubicBezTo>
                  <a:cubicBezTo>
                    <a:pt x="113" y="162"/>
                    <a:pt x="116" y="200"/>
                    <a:pt x="117" y="215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193"/>
                    <a:pt x="129" y="125"/>
                    <a:pt x="145" y="105"/>
                  </a:cubicBezTo>
                  <a:cubicBezTo>
                    <a:pt x="162" y="83"/>
                    <a:pt x="171" y="82"/>
                    <a:pt x="183" y="82"/>
                  </a:cubicBezTo>
                  <a:cubicBezTo>
                    <a:pt x="189" y="83"/>
                    <a:pt x="194" y="83"/>
                    <a:pt x="202" y="79"/>
                  </a:cubicBezTo>
                  <a:cubicBezTo>
                    <a:pt x="213" y="75"/>
                    <a:pt x="218" y="57"/>
                    <a:pt x="217" y="53"/>
                  </a:cubicBezTo>
                  <a:cubicBezTo>
                    <a:pt x="215" y="52"/>
                    <a:pt x="208" y="52"/>
                    <a:pt x="204" y="51"/>
                  </a:cubicBezTo>
                  <a:cubicBezTo>
                    <a:pt x="193" y="51"/>
                    <a:pt x="180" y="50"/>
                    <a:pt x="176" y="40"/>
                  </a:cubicBezTo>
                  <a:cubicBezTo>
                    <a:pt x="170" y="25"/>
                    <a:pt x="153" y="26"/>
                    <a:pt x="152" y="26"/>
                  </a:cubicBezTo>
                  <a:cubicBezTo>
                    <a:pt x="151" y="26"/>
                    <a:pt x="149" y="26"/>
                    <a:pt x="148" y="25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6" y="31"/>
                    <a:pt x="136" y="31"/>
                    <a:pt x="136" y="31"/>
                  </a:cubicBezTo>
                  <a:cubicBezTo>
                    <a:pt x="137" y="32"/>
                    <a:pt x="136" y="34"/>
                    <a:pt x="136" y="35"/>
                  </a:cubicBezTo>
                  <a:cubicBezTo>
                    <a:pt x="132" y="42"/>
                    <a:pt x="118" y="65"/>
                    <a:pt x="109" y="69"/>
                  </a:cubicBezTo>
                  <a:cubicBezTo>
                    <a:pt x="97" y="75"/>
                    <a:pt x="45" y="80"/>
                    <a:pt x="6" y="77"/>
                  </a:cubicBezTo>
                  <a:cubicBezTo>
                    <a:pt x="3" y="77"/>
                    <a:pt x="0" y="74"/>
                    <a:pt x="1" y="70"/>
                  </a:cubicBezTo>
                  <a:cubicBezTo>
                    <a:pt x="1" y="67"/>
                    <a:pt x="4" y="65"/>
                    <a:pt x="7" y="65"/>
                  </a:cubicBezTo>
                  <a:cubicBezTo>
                    <a:pt x="47" y="68"/>
                    <a:pt x="96" y="62"/>
                    <a:pt x="104" y="58"/>
                  </a:cubicBezTo>
                  <a:cubicBezTo>
                    <a:pt x="108" y="57"/>
                    <a:pt x="117" y="43"/>
                    <a:pt x="124" y="31"/>
                  </a:cubicBezTo>
                  <a:cubicBezTo>
                    <a:pt x="121" y="7"/>
                    <a:pt x="121" y="7"/>
                    <a:pt x="121" y="7"/>
                  </a:cubicBezTo>
                  <a:cubicBezTo>
                    <a:pt x="121" y="5"/>
                    <a:pt x="122" y="3"/>
                    <a:pt x="124" y="1"/>
                  </a:cubicBezTo>
                  <a:cubicBezTo>
                    <a:pt x="125" y="0"/>
                    <a:pt x="128" y="0"/>
                    <a:pt x="130" y="1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63" y="14"/>
                    <a:pt x="181" y="18"/>
                    <a:pt x="187" y="36"/>
                  </a:cubicBezTo>
                  <a:cubicBezTo>
                    <a:pt x="188" y="38"/>
                    <a:pt x="199" y="39"/>
                    <a:pt x="205" y="39"/>
                  </a:cubicBezTo>
                  <a:cubicBezTo>
                    <a:pt x="214" y="40"/>
                    <a:pt x="223" y="40"/>
                    <a:pt x="227" y="46"/>
                  </a:cubicBezTo>
                  <a:cubicBezTo>
                    <a:pt x="230" y="50"/>
                    <a:pt x="229" y="58"/>
                    <a:pt x="228" y="63"/>
                  </a:cubicBezTo>
                  <a:cubicBezTo>
                    <a:pt x="225" y="72"/>
                    <a:pt x="218" y="86"/>
                    <a:pt x="207" y="90"/>
                  </a:cubicBezTo>
                  <a:cubicBezTo>
                    <a:pt x="196" y="95"/>
                    <a:pt x="189" y="95"/>
                    <a:pt x="183" y="94"/>
                  </a:cubicBezTo>
                  <a:cubicBezTo>
                    <a:pt x="175" y="94"/>
                    <a:pt x="169" y="94"/>
                    <a:pt x="154" y="113"/>
                  </a:cubicBezTo>
                  <a:cubicBezTo>
                    <a:pt x="141" y="129"/>
                    <a:pt x="139" y="196"/>
                    <a:pt x="139" y="221"/>
                  </a:cubicBezTo>
                  <a:cubicBezTo>
                    <a:pt x="139" y="222"/>
                    <a:pt x="138" y="224"/>
                    <a:pt x="137" y="225"/>
                  </a:cubicBezTo>
                  <a:cubicBezTo>
                    <a:pt x="136" y="226"/>
                    <a:pt x="134" y="227"/>
                    <a:pt x="133" y="22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31ed28cfa71_0_473"/>
            <p:cNvSpPr/>
            <p:nvPr/>
          </p:nvSpPr>
          <p:spPr>
            <a:xfrm>
              <a:off x="1060450" y="2165350"/>
              <a:ext cx="61912" cy="122238"/>
            </a:xfrm>
            <a:custGeom>
              <a:rect b="b" l="l" r="r" t="t"/>
              <a:pathLst>
                <a:path extrusionOk="0" h="92" w="47">
                  <a:moveTo>
                    <a:pt x="37" y="92"/>
                  </a:moveTo>
                  <a:cubicBezTo>
                    <a:pt x="37" y="92"/>
                    <a:pt x="36" y="92"/>
                    <a:pt x="36" y="92"/>
                  </a:cubicBezTo>
                  <a:cubicBezTo>
                    <a:pt x="20" y="89"/>
                    <a:pt x="20" y="89"/>
                    <a:pt x="20" y="89"/>
                  </a:cubicBezTo>
                  <a:cubicBezTo>
                    <a:pt x="17" y="88"/>
                    <a:pt x="15" y="86"/>
                    <a:pt x="15" y="83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36"/>
                    <a:pt x="0" y="32"/>
                    <a:pt x="1" y="29"/>
                  </a:cubicBezTo>
                  <a:cubicBezTo>
                    <a:pt x="3" y="27"/>
                    <a:pt x="7" y="26"/>
                    <a:pt x="10" y="28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4" y="37"/>
                    <a:pt x="25" y="39"/>
                    <a:pt x="25" y="41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0"/>
                    <a:pt x="5" y="6"/>
                    <a:pt x="7" y="4"/>
                  </a:cubicBezTo>
                  <a:cubicBezTo>
                    <a:pt x="9" y="1"/>
                    <a:pt x="12" y="0"/>
                    <a:pt x="15" y="2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6" y="22"/>
                    <a:pt x="47" y="24"/>
                    <a:pt x="47" y="2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3" y="88"/>
                    <a:pt x="42" y="90"/>
                    <a:pt x="41" y="91"/>
                  </a:cubicBezTo>
                  <a:cubicBezTo>
                    <a:pt x="40" y="92"/>
                    <a:pt x="38" y="92"/>
                    <a:pt x="37" y="9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31ed28cfa71_0_473"/>
            <p:cNvSpPr/>
            <p:nvPr/>
          </p:nvSpPr>
          <p:spPr>
            <a:xfrm>
              <a:off x="993775" y="2025650"/>
              <a:ext cx="115887" cy="120650"/>
            </a:xfrm>
            <a:custGeom>
              <a:rect b="b" l="l" r="r" t="t"/>
              <a:pathLst>
                <a:path extrusionOk="0" h="90" w="86">
                  <a:moveTo>
                    <a:pt x="80" y="90"/>
                  </a:moveTo>
                  <a:cubicBezTo>
                    <a:pt x="79" y="90"/>
                    <a:pt x="79" y="90"/>
                    <a:pt x="78" y="90"/>
                  </a:cubicBezTo>
                  <a:cubicBezTo>
                    <a:pt x="37" y="81"/>
                    <a:pt x="32" y="50"/>
                    <a:pt x="31" y="41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3" y="35"/>
                    <a:pt x="43" y="37"/>
                    <a:pt x="43" y="39"/>
                  </a:cubicBezTo>
                  <a:cubicBezTo>
                    <a:pt x="43" y="40"/>
                    <a:pt x="42" y="70"/>
                    <a:pt x="81" y="78"/>
                  </a:cubicBezTo>
                  <a:cubicBezTo>
                    <a:pt x="84" y="79"/>
                    <a:pt x="86" y="82"/>
                    <a:pt x="85" y="85"/>
                  </a:cubicBezTo>
                  <a:cubicBezTo>
                    <a:pt x="85" y="88"/>
                    <a:pt x="82" y="90"/>
                    <a:pt x="80" y="9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9" name="Google Shape;739;g31ed28cfa71_0_4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17" y="2302181"/>
            <a:ext cx="122651" cy="2045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0" name="Google Shape;740;g31ed28cfa71_0_473"/>
          <p:cNvCxnSpPr>
            <a:endCxn id="739" idx="1"/>
          </p:cNvCxnSpPr>
          <p:nvPr/>
        </p:nvCxnSpPr>
        <p:spPr>
          <a:xfrm>
            <a:off x="629117" y="2404465"/>
            <a:ext cx="1365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1" name="Google Shape;741;g31ed28cfa71_0_473"/>
          <p:cNvCxnSpPr>
            <a:stCxn id="739" idx="3"/>
            <a:endCxn id="689" idx="1"/>
          </p:cNvCxnSpPr>
          <p:nvPr/>
        </p:nvCxnSpPr>
        <p:spPr>
          <a:xfrm>
            <a:off x="888268" y="2404465"/>
            <a:ext cx="28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2" name="Google Shape;742;g31ed28cfa71_0_473"/>
          <p:cNvCxnSpPr>
            <a:stCxn id="722" idx="0"/>
            <a:endCxn id="687" idx="3"/>
          </p:cNvCxnSpPr>
          <p:nvPr/>
        </p:nvCxnSpPr>
        <p:spPr>
          <a:xfrm rot="10800000">
            <a:off x="2499601" y="2397226"/>
            <a:ext cx="640200" cy="345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3" name="Google Shape;743;g31ed28cfa71_0_473"/>
          <p:cNvSpPr txBox="1"/>
          <p:nvPr/>
        </p:nvSpPr>
        <p:spPr>
          <a:xfrm>
            <a:off x="4915022" y="3035773"/>
            <a:ext cx="133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parameters updating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1ed28cfa71_0_473"/>
          <p:cNvSpPr/>
          <p:nvPr/>
        </p:nvSpPr>
        <p:spPr>
          <a:xfrm rot="5400000">
            <a:off x="5388465" y="3389126"/>
            <a:ext cx="163500" cy="75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31ed28cfa71_0_473"/>
          <p:cNvSpPr/>
          <p:nvPr/>
        </p:nvSpPr>
        <p:spPr>
          <a:xfrm>
            <a:off x="1153141" y="2840121"/>
            <a:ext cx="528000" cy="336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1ed28cfa71_0_473"/>
          <p:cNvSpPr/>
          <p:nvPr/>
        </p:nvSpPr>
        <p:spPr>
          <a:xfrm>
            <a:off x="1132386" y="3509835"/>
            <a:ext cx="528000" cy="3363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1ed28cfa71_0_473"/>
          <p:cNvSpPr/>
          <p:nvPr/>
        </p:nvSpPr>
        <p:spPr>
          <a:xfrm>
            <a:off x="6876798" y="874726"/>
            <a:ext cx="20319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Developers: import the edge AI Lib, develop edge-cloud collaboration federated learning program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1A4FF"/>
              </a:solidFill>
            </a:endParaRPr>
          </a:p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Launch the federated learning task, deploy the training program to edge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1ed28cfa71_0_473"/>
          <p:cNvSpPr/>
          <p:nvPr/>
        </p:nvSpPr>
        <p:spPr>
          <a:xfrm>
            <a:off x="6836100" y="2669551"/>
            <a:ext cx="2273100" cy="2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 startAt="3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Multi-task detection, divide the Non-IID sample set, and cooperate with the cloud to recognize similar tasks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1A4FF"/>
              </a:solidFill>
            </a:endParaRPr>
          </a:p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 startAt="3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Local training, upload model parameters to the cloud, and cloud runs cross-edge migration + model aggregation algorithms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1ed28cfa71_0_473"/>
          <p:cNvSpPr/>
          <p:nvPr/>
        </p:nvSpPr>
        <p:spPr>
          <a:xfrm>
            <a:off x="463987" y="903075"/>
            <a:ext cx="49683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Isolated data does not leave the edge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Knowledge aggregation produces the model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1ed28cfa71_0_469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Cloud-Edge Joint-Inference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753" name="Google Shape;753;g31ed28cfa71_0_469"/>
          <p:cNvSpPr/>
          <p:nvPr/>
        </p:nvSpPr>
        <p:spPr>
          <a:xfrm>
            <a:off x="5908233" y="3741556"/>
            <a:ext cx="3118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AI developers：provide data to train deep models and shallow models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Business developers：call the joint-inference models through Sedna lib and deploy them to edge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1ed28cfa71_0_469"/>
          <p:cNvSpPr/>
          <p:nvPr/>
        </p:nvSpPr>
        <p:spPr>
          <a:xfrm>
            <a:off x="3696668" y="1543076"/>
            <a:ext cx="41085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26975" spcFirstLastPara="1" rIns="68575" wrap="square" tIns="34275">
            <a:noAutofit/>
          </a:bodyPr>
          <a:lstStyle/>
          <a:p>
            <a:pPr indent="-171450" lvl="6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 startAt="3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Perform inference with shallow model on the edge, and if the confidence level is met, directly return the result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6" marL="177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AutoNum type="arabicPeriod" startAt="3"/>
            </a:pPr>
            <a:r>
              <a:rPr b="1" i="0" lang="en" sz="900" u="none" cap="none" strike="noStrike">
                <a:solidFill>
                  <a:srgbClr val="41A4FF"/>
                </a:solidFill>
                <a:latin typeface="Arial"/>
                <a:ea typeface="Arial"/>
                <a:cs typeface="Arial"/>
                <a:sym typeface="Arial"/>
              </a:rPr>
              <a:t>Otherwise sent the data to cloud and inference with cloud large model</a:t>
            </a:r>
            <a:endParaRPr b="1" i="0" sz="900" u="none" cap="none" strike="noStrike">
              <a:solidFill>
                <a:srgbClr val="41A4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1ed28cfa71_0_469"/>
          <p:cNvSpPr/>
          <p:nvPr/>
        </p:nvSpPr>
        <p:spPr>
          <a:xfrm>
            <a:off x="6233067" y="3025445"/>
            <a:ext cx="465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1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1ed28cfa71_0_469"/>
          <p:cNvSpPr/>
          <p:nvPr/>
        </p:nvSpPr>
        <p:spPr>
          <a:xfrm>
            <a:off x="1121360" y="1848385"/>
            <a:ext cx="2361600" cy="9378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Edge 1 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7" name="Google Shape;757;g31ed28cfa71_0_469"/>
          <p:cNvGrpSpPr/>
          <p:nvPr/>
        </p:nvGrpSpPr>
        <p:grpSpPr>
          <a:xfrm>
            <a:off x="315242" y="2235029"/>
            <a:ext cx="241360" cy="277292"/>
            <a:chOff x="561975" y="1692276"/>
            <a:chExt cx="703263" cy="714487"/>
          </a:xfrm>
        </p:grpSpPr>
        <p:sp>
          <p:nvSpPr>
            <p:cNvPr id="758" name="Google Shape;758;g31ed28cfa71_0_469"/>
            <p:cNvSpPr/>
            <p:nvPr/>
          </p:nvSpPr>
          <p:spPr>
            <a:xfrm>
              <a:off x="92710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31ed28cfa71_0_469"/>
            <p:cNvSpPr/>
            <p:nvPr/>
          </p:nvSpPr>
          <p:spPr>
            <a:xfrm>
              <a:off x="844550" y="2354263"/>
              <a:ext cx="54000" cy="525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31ed28cfa71_0_469"/>
            <p:cNvSpPr/>
            <p:nvPr/>
          </p:nvSpPr>
          <p:spPr>
            <a:xfrm>
              <a:off x="561975" y="1692276"/>
              <a:ext cx="703263" cy="701676"/>
            </a:xfrm>
            <a:custGeom>
              <a:rect b="b" l="l" r="r" t="t"/>
              <a:pathLst>
                <a:path extrusionOk="0" h="525" w="526">
                  <a:moveTo>
                    <a:pt x="233" y="524"/>
                  </a:moveTo>
                  <a:cubicBezTo>
                    <a:pt x="232" y="524"/>
                    <a:pt x="232" y="524"/>
                    <a:pt x="232" y="524"/>
                  </a:cubicBezTo>
                  <a:cubicBezTo>
                    <a:pt x="99" y="509"/>
                    <a:pt x="0" y="396"/>
                    <a:pt x="0" y="263"/>
                  </a:cubicBezTo>
                  <a:cubicBezTo>
                    <a:pt x="0" y="118"/>
                    <a:pt x="118" y="0"/>
                    <a:pt x="263" y="0"/>
                  </a:cubicBezTo>
                  <a:cubicBezTo>
                    <a:pt x="408" y="0"/>
                    <a:pt x="526" y="118"/>
                    <a:pt x="526" y="263"/>
                  </a:cubicBezTo>
                  <a:cubicBezTo>
                    <a:pt x="526" y="395"/>
                    <a:pt x="427" y="507"/>
                    <a:pt x="296" y="524"/>
                  </a:cubicBezTo>
                  <a:cubicBezTo>
                    <a:pt x="291" y="525"/>
                    <a:pt x="286" y="521"/>
                    <a:pt x="286" y="516"/>
                  </a:cubicBezTo>
                  <a:cubicBezTo>
                    <a:pt x="285" y="511"/>
                    <a:pt x="289" y="507"/>
                    <a:pt x="293" y="506"/>
                  </a:cubicBezTo>
                  <a:cubicBezTo>
                    <a:pt x="416" y="491"/>
                    <a:pt x="508" y="386"/>
                    <a:pt x="508" y="263"/>
                  </a:cubicBezTo>
                  <a:cubicBezTo>
                    <a:pt x="508" y="128"/>
                    <a:pt x="398" y="18"/>
                    <a:pt x="263" y="18"/>
                  </a:cubicBezTo>
                  <a:cubicBezTo>
                    <a:pt x="128" y="18"/>
                    <a:pt x="18" y="128"/>
                    <a:pt x="18" y="263"/>
                  </a:cubicBezTo>
                  <a:cubicBezTo>
                    <a:pt x="18" y="387"/>
                    <a:pt x="111" y="492"/>
                    <a:pt x="234" y="506"/>
                  </a:cubicBezTo>
                  <a:cubicBezTo>
                    <a:pt x="239" y="507"/>
                    <a:pt x="242" y="511"/>
                    <a:pt x="242" y="516"/>
                  </a:cubicBezTo>
                  <a:cubicBezTo>
                    <a:pt x="241" y="521"/>
                    <a:pt x="237" y="524"/>
                    <a:pt x="233" y="524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31ed28cfa71_0_469"/>
            <p:cNvSpPr/>
            <p:nvPr/>
          </p:nvSpPr>
          <p:spPr>
            <a:xfrm>
              <a:off x="665163" y="1870075"/>
              <a:ext cx="355600" cy="434975"/>
            </a:xfrm>
            <a:custGeom>
              <a:rect b="b" l="l" r="r" t="t"/>
              <a:pathLst>
                <a:path extrusionOk="0" h="326" w="266">
                  <a:moveTo>
                    <a:pt x="177" y="326"/>
                  </a:moveTo>
                  <a:cubicBezTo>
                    <a:pt x="164" y="326"/>
                    <a:pt x="153" y="318"/>
                    <a:pt x="150" y="305"/>
                  </a:cubicBezTo>
                  <a:cubicBezTo>
                    <a:pt x="123" y="198"/>
                    <a:pt x="123" y="198"/>
                    <a:pt x="123" y="198"/>
                  </a:cubicBezTo>
                  <a:cubicBezTo>
                    <a:pt x="91" y="305"/>
                    <a:pt x="91" y="305"/>
                    <a:pt x="91" y="305"/>
                  </a:cubicBezTo>
                  <a:cubicBezTo>
                    <a:pt x="87" y="316"/>
                    <a:pt x="77" y="324"/>
                    <a:pt x="65" y="324"/>
                  </a:cubicBezTo>
                  <a:cubicBezTo>
                    <a:pt x="57" y="324"/>
                    <a:pt x="50" y="320"/>
                    <a:pt x="45" y="313"/>
                  </a:cubicBezTo>
                  <a:cubicBezTo>
                    <a:pt x="40" y="307"/>
                    <a:pt x="38" y="298"/>
                    <a:pt x="40" y="290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3" y="84"/>
                    <a:pt x="83" y="84"/>
                    <a:pt x="83" y="84"/>
                  </a:cubicBezTo>
                  <a:cubicBezTo>
                    <a:pt x="68" y="98"/>
                    <a:pt x="68" y="98"/>
                    <a:pt x="68" y="98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1" y="160"/>
                    <a:pt x="47" y="165"/>
                    <a:pt x="41" y="169"/>
                  </a:cubicBezTo>
                  <a:cubicBezTo>
                    <a:pt x="35" y="172"/>
                    <a:pt x="28" y="173"/>
                    <a:pt x="21" y="171"/>
                  </a:cubicBezTo>
                  <a:cubicBezTo>
                    <a:pt x="8" y="167"/>
                    <a:pt x="0" y="152"/>
                    <a:pt x="4" y="139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63"/>
                    <a:pt x="27" y="62"/>
                    <a:pt x="28" y="61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5" y="0"/>
                    <a:pt x="99" y="0"/>
                    <a:pt x="101" y="3"/>
                  </a:cubicBezTo>
                  <a:cubicBezTo>
                    <a:pt x="103" y="5"/>
                    <a:pt x="103" y="9"/>
                    <a:pt x="101" y="11"/>
                  </a:cubicBezTo>
                  <a:cubicBezTo>
                    <a:pt x="37" y="69"/>
                    <a:pt x="37" y="69"/>
                    <a:pt x="37" y="69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3" y="150"/>
                    <a:pt x="17" y="157"/>
                    <a:pt x="25" y="159"/>
                  </a:cubicBezTo>
                  <a:cubicBezTo>
                    <a:pt x="28" y="160"/>
                    <a:pt x="32" y="160"/>
                    <a:pt x="35" y="158"/>
                  </a:cubicBezTo>
                  <a:cubicBezTo>
                    <a:pt x="38" y="156"/>
                    <a:pt x="40" y="153"/>
                    <a:pt x="41" y="150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7" y="93"/>
                    <a:pt x="57" y="92"/>
                    <a:pt x="58" y="91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88" y="63"/>
                    <a:pt x="90" y="63"/>
                    <a:pt x="92" y="64"/>
                  </a:cubicBezTo>
                  <a:cubicBezTo>
                    <a:pt x="95" y="65"/>
                    <a:pt x="96" y="67"/>
                    <a:pt x="96" y="70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9"/>
                    <a:pt x="93" y="149"/>
                    <a:pt x="93" y="150"/>
                  </a:cubicBezTo>
                  <a:cubicBezTo>
                    <a:pt x="52" y="294"/>
                    <a:pt x="52" y="294"/>
                    <a:pt x="52" y="294"/>
                  </a:cubicBezTo>
                  <a:cubicBezTo>
                    <a:pt x="51" y="298"/>
                    <a:pt x="51" y="303"/>
                    <a:pt x="54" y="306"/>
                  </a:cubicBezTo>
                  <a:cubicBezTo>
                    <a:pt x="57" y="310"/>
                    <a:pt x="61" y="312"/>
                    <a:pt x="65" y="312"/>
                  </a:cubicBezTo>
                  <a:cubicBezTo>
                    <a:pt x="72" y="312"/>
                    <a:pt x="77" y="308"/>
                    <a:pt x="79" y="302"/>
                  </a:cubicBezTo>
                  <a:cubicBezTo>
                    <a:pt x="118" y="174"/>
                    <a:pt x="118" y="174"/>
                    <a:pt x="118" y="174"/>
                  </a:cubicBezTo>
                  <a:cubicBezTo>
                    <a:pt x="118" y="172"/>
                    <a:pt x="121" y="170"/>
                    <a:pt x="124" y="170"/>
                  </a:cubicBezTo>
                  <a:cubicBezTo>
                    <a:pt x="126" y="170"/>
                    <a:pt x="129" y="172"/>
                    <a:pt x="129" y="174"/>
                  </a:cubicBezTo>
                  <a:cubicBezTo>
                    <a:pt x="162" y="302"/>
                    <a:pt x="162" y="302"/>
                    <a:pt x="162" y="302"/>
                  </a:cubicBezTo>
                  <a:cubicBezTo>
                    <a:pt x="163" y="310"/>
                    <a:pt x="170" y="314"/>
                    <a:pt x="177" y="314"/>
                  </a:cubicBezTo>
                  <a:cubicBezTo>
                    <a:pt x="182" y="314"/>
                    <a:pt x="187" y="312"/>
                    <a:pt x="190" y="308"/>
                  </a:cubicBezTo>
                  <a:cubicBezTo>
                    <a:pt x="193" y="304"/>
                    <a:pt x="194" y="299"/>
                    <a:pt x="192" y="294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4"/>
                    <a:pt x="154" y="153"/>
                    <a:pt x="154" y="153"/>
                  </a:cubicBezTo>
                  <a:cubicBezTo>
                    <a:pt x="156" y="66"/>
                    <a:pt x="156" y="66"/>
                    <a:pt x="156" y="66"/>
                  </a:cubicBezTo>
                  <a:cubicBezTo>
                    <a:pt x="156" y="63"/>
                    <a:pt x="158" y="61"/>
                    <a:pt x="160" y="60"/>
                  </a:cubicBezTo>
                  <a:cubicBezTo>
                    <a:pt x="162" y="59"/>
                    <a:pt x="165" y="60"/>
                    <a:pt x="167" y="62"/>
                  </a:cubicBezTo>
                  <a:cubicBezTo>
                    <a:pt x="199" y="103"/>
                    <a:pt x="199" y="103"/>
                    <a:pt x="199" y="103"/>
                  </a:cubicBezTo>
                  <a:cubicBezTo>
                    <a:pt x="230" y="123"/>
                    <a:pt x="230" y="123"/>
                    <a:pt x="230" y="123"/>
                  </a:cubicBezTo>
                  <a:cubicBezTo>
                    <a:pt x="233" y="125"/>
                    <a:pt x="236" y="125"/>
                    <a:pt x="240" y="125"/>
                  </a:cubicBezTo>
                  <a:cubicBezTo>
                    <a:pt x="244" y="124"/>
                    <a:pt x="247" y="122"/>
                    <a:pt x="249" y="118"/>
                  </a:cubicBezTo>
                  <a:cubicBezTo>
                    <a:pt x="252" y="112"/>
                    <a:pt x="250" y="104"/>
                    <a:pt x="244" y="100"/>
                  </a:cubicBezTo>
                  <a:cubicBezTo>
                    <a:pt x="211" y="79"/>
                    <a:pt x="211" y="79"/>
                    <a:pt x="211" y="79"/>
                  </a:cubicBezTo>
                  <a:cubicBezTo>
                    <a:pt x="211" y="79"/>
                    <a:pt x="210" y="79"/>
                    <a:pt x="210" y="78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3" y="8"/>
                    <a:pt x="154" y="4"/>
                    <a:pt x="156" y="2"/>
                  </a:cubicBezTo>
                  <a:cubicBezTo>
                    <a:pt x="159" y="0"/>
                    <a:pt x="163" y="1"/>
                    <a:pt x="165" y="3"/>
                  </a:cubicBezTo>
                  <a:cubicBezTo>
                    <a:pt x="218" y="70"/>
                    <a:pt x="218" y="70"/>
                    <a:pt x="218" y="7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62" y="97"/>
                    <a:pt x="266" y="112"/>
                    <a:pt x="259" y="124"/>
                  </a:cubicBezTo>
                  <a:cubicBezTo>
                    <a:pt x="255" y="130"/>
                    <a:pt x="250" y="135"/>
                    <a:pt x="243" y="136"/>
                  </a:cubicBezTo>
                  <a:cubicBezTo>
                    <a:pt x="236" y="138"/>
                    <a:pt x="229" y="137"/>
                    <a:pt x="223" y="133"/>
                  </a:cubicBezTo>
                  <a:cubicBezTo>
                    <a:pt x="192" y="112"/>
                    <a:pt x="192" y="112"/>
                    <a:pt x="192" y="112"/>
                  </a:cubicBezTo>
                  <a:cubicBezTo>
                    <a:pt x="192" y="112"/>
                    <a:pt x="191" y="111"/>
                    <a:pt x="191" y="111"/>
                  </a:cubicBezTo>
                  <a:cubicBezTo>
                    <a:pt x="167" y="82"/>
                    <a:pt x="167" y="82"/>
                    <a:pt x="167" y="8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204" y="291"/>
                    <a:pt x="204" y="291"/>
                    <a:pt x="204" y="291"/>
                  </a:cubicBezTo>
                  <a:cubicBezTo>
                    <a:pt x="206" y="300"/>
                    <a:pt x="204" y="308"/>
                    <a:pt x="199" y="315"/>
                  </a:cubicBezTo>
                  <a:cubicBezTo>
                    <a:pt x="194" y="322"/>
                    <a:pt x="186" y="326"/>
                    <a:pt x="177" y="326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31ed28cfa71_0_469"/>
            <p:cNvSpPr/>
            <p:nvPr/>
          </p:nvSpPr>
          <p:spPr>
            <a:xfrm>
              <a:off x="766763" y="1765300"/>
              <a:ext cx="141287" cy="138113"/>
            </a:xfrm>
            <a:custGeom>
              <a:rect b="b" l="l" r="r" t="t"/>
              <a:pathLst>
                <a:path extrusionOk="0" h="103" w="105">
                  <a:moveTo>
                    <a:pt x="52" y="103"/>
                  </a:moveTo>
                  <a:cubicBezTo>
                    <a:pt x="23" y="103"/>
                    <a:pt x="0" y="80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5" y="23"/>
                    <a:pt x="105" y="52"/>
                  </a:cubicBezTo>
                  <a:cubicBezTo>
                    <a:pt x="105" y="80"/>
                    <a:pt x="81" y="103"/>
                    <a:pt x="52" y="103"/>
                  </a:cubicBezTo>
                  <a:close/>
                  <a:moveTo>
                    <a:pt x="52" y="12"/>
                  </a:moveTo>
                  <a:cubicBezTo>
                    <a:pt x="30" y="12"/>
                    <a:pt x="12" y="30"/>
                    <a:pt x="12" y="52"/>
                  </a:cubicBezTo>
                  <a:cubicBezTo>
                    <a:pt x="12" y="73"/>
                    <a:pt x="30" y="91"/>
                    <a:pt x="52" y="91"/>
                  </a:cubicBezTo>
                  <a:cubicBezTo>
                    <a:pt x="75" y="91"/>
                    <a:pt x="93" y="73"/>
                    <a:pt x="93" y="52"/>
                  </a:cubicBezTo>
                  <a:cubicBezTo>
                    <a:pt x="93" y="30"/>
                    <a:pt x="75" y="12"/>
                    <a:pt x="52" y="1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31ed28cfa71_0_469"/>
            <p:cNvSpPr/>
            <p:nvPr/>
          </p:nvSpPr>
          <p:spPr>
            <a:xfrm>
              <a:off x="884238" y="2009775"/>
              <a:ext cx="307975" cy="303213"/>
            </a:xfrm>
            <a:custGeom>
              <a:rect b="b" l="l" r="r" t="t"/>
              <a:pathLst>
                <a:path extrusionOk="0" h="227" w="230">
                  <a:moveTo>
                    <a:pt x="133" y="227"/>
                  </a:moveTo>
                  <a:cubicBezTo>
                    <a:pt x="112" y="227"/>
                    <a:pt x="112" y="227"/>
                    <a:pt x="112" y="227"/>
                  </a:cubicBezTo>
                  <a:cubicBezTo>
                    <a:pt x="109" y="227"/>
                    <a:pt x="106" y="224"/>
                    <a:pt x="106" y="221"/>
                  </a:cubicBezTo>
                  <a:cubicBezTo>
                    <a:pt x="106" y="221"/>
                    <a:pt x="102" y="167"/>
                    <a:pt x="97" y="150"/>
                  </a:cubicBezTo>
                  <a:cubicBezTo>
                    <a:pt x="97" y="147"/>
                    <a:pt x="94" y="139"/>
                    <a:pt x="85" y="141"/>
                  </a:cubicBezTo>
                  <a:cubicBezTo>
                    <a:pt x="83" y="141"/>
                    <a:pt x="81" y="141"/>
                    <a:pt x="79" y="142"/>
                  </a:cubicBezTo>
                  <a:cubicBezTo>
                    <a:pt x="65" y="145"/>
                    <a:pt x="47" y="149"/>
                    <a:pt x="21" y="148"/>
                  </a:cubicBezTo>
                  <a:cubicBezTo>
                    <a:pt x="18" y="148"/>
                    <a:pt x="15" y="145"/>
                    <a:pt x="15" y="141"/>
                  </a:cubicBezTo>
                  <a:cubicBezTo>
                    <a:pt x="15" y="138"/>
                    <a:pt x="18" y="136"/>
                    <a:pt x="22" y="136"/>
                  </a:cubicBezTo>
                  <a:cubicBezTo>
                    <a:pt x="46" y="137"/>
                    <a:pt x="62" y="133"/>
                    <a:pt x="77" y="130"/>
                  </a:cubicBezTo>
                  <a:cubicBezTo>
                    <a:pt x="79" y="130"/>
                    <a:pt x="81" y="129"/>
                    <a:pt x="83" y="129"/>
                  </a:cubicBezTo>
                  <a:cubicBezTo>
                    <a:pt x="95" y="126"/>
                    <a:pt x="106" y="134"/>
                    <a:pt x="109" y="147"/>
                  </a:cubicBezTo>
                  <a:cubicBezTo>
                    <a:pt x="113" y="162"/>
                    <a:pt x="116" y="200"/>
                    <a:pt x="117" y="215"/>
                  </a:cubicBezTo>
                  <a:cubicBezTo>
                    <a:pt x="127" y="215"/>
                    <a:pt x="127" y="215"/>
                    <a:pt x="127" y="215"/>
                  </a:cubicBezTo>
                  <a:cubicBezTo>
                    <a:pt x="127" y="193"/>
                    <a:pt x="129" y="125"/>
                    <a:pt x="145" y="105"/>
                  </a:cubicBezTo>
                  <a:cubicBezTo>
                    <a:pt x="162" y="83"/>
                    <a:pt x="171" y="82"/>
                    <a:pt x="183" y="82"/>
                  </a:cubicBezTo>
                  <a:cubicBezTo>
                    <a:pt x="189" y="83"/>
                    <a:pt x="194" y="83"/>
                    <a:pt x="202" y="79"/>
                  </a:cubicBezTo>
                  <a:cubicBezTo>
                    <a:pt x="213" y="75"/>
                    <a:pt x="218" y="57"/>
                    <a:pt x="217" y="53"/>
                  </a:cubicBezTo>
                  <a:cubicBezTo>
                    <a:pt x="215" y="52"/>
                    <a:pt x="208" y="52"/>
                    <a:pt x="204" y="51"/>
                  </a:cubicBezTo>
                  <a:cubicBezTo>
                    <a:pt x="193" y="51"/>
                    <a:pt x="180" y="50"/>
                    <a:pt x="176" y="40"/>
                  </a:cubicBezTo>
                  <a:cubicBezTo>
                    <a:pt x="170" y="25"/>
                    <a:pt x="153" y="26"/>
                    <a:pt x="152" y="26"/>
                  </a:cubicBezTo>
                  <a:cubicBezTo>
                    <a:pt x="151" y="26"/>
                    <a:pt x="149" y="26"/>
                    <a:pt x="148" y="25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6" y="31"/>
                    <a:pt x="136" y="31"/>
                    <a:pt x="136" y="31"/>
                  </a:cubicBezTo>
                  <a:cubicBezTo>
                    <a:pt x="137" y="32"/>
                    <a:pt x="136" y="34"/>
                    <a:pt x="136" y="35"/>
                  </a:cubicBezTo>
                  <a:cubicBezTo>
                    <a:pt x="132" y="42"/>
                    <a:pt x="118" y="65"/>
                    <a:pt x="109" y="69"/>
                  </a:cubicBezTo>
                  <a:cubicBezTo>
                    <a:pt x="97" y="75"/>
                    <a:pt x="45" y="80"/>
                    <a:pt x="6" y="77"/>
                  </a:cubicBezTo>
                  <a:cubicBezTo>
                    <a:pt x="3" y="77"/>
                    <a:pt x="0" y="74"/>
                    <a:pt x="1" y="70"/>
                  </a:cubicBezTo>
                  <a:cubicBezTo>
                    <a:pt x="1" y="67"/>
                    <a:pt x="4" y="65"/>
                    <a:pt x="7" y="65"/>
                  </a:cubicBezTo>
                  <a:cubicBezTo>
                    <a:pt x="47" y="68"/>
                    <a:pt x="96" y="62"/>
                    <a:pt x="104" y="58"/>
                  </a:cubicBezTo>
                  <a:cubicBezTo>
                    <a:pt x="108" y="57"/>
                    <a:pt x="117" y="43"/>
                    <a:pt x="124" y="31"/>
                  </a:cubicBezTo>
                  <a:cubicBezTo>
                    <a:pt x="121" y="7"/>
                    <a:pt x="121" y="7"/>
                    <a:pt x="121" y="7"/>
                  </a:cubicBezTo>
                  <a:cubicBezTo>
                    <a:pt x="121" y="5"/>
                    <a:pt x="122" y="3"/>
                    <a:pt x="124" y="1"/>
                  </a:cubicBezTo>
                  <a:cubicBezTo>
                    <a:pt x="125" y="0"/>
                    <a:pt x="128" y="0"/>
                    <a:pt x="130" y="1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63" y="14"/>
                    <a:pt x="181" y="18"/>
                    <a:pt x="187" y="36"/>
                  </a:cubicBezTo>
                  <a:cubicBezTo>
                    <a:pt x="188" y="38"/>
                    <a:pt x="199" y="39"/>
                    <a:pt x="205" y="39"/>
                  </a:cubicBezTo>
                  <a:cubicBezTo>
                    <a:pt x="214" y="40"/>
                    <a:pt x="223" y="40"/>
                    <a:pt x="227" y="46"/>
                  </a:cubicBezTo>
                  <a:cubicBezTo>
                    <a:pt x="230" y="50"/>
                    <a:pt x="229" y="58"/>
                    <a:pt x="228" y="63"/>
                  </a:cubicBezTo>
                  <a:cubicBezTo>
                    <a:pt x="225" y="72"/>
                    <a:pt x="218" y="86"/>
                    <a:pt x="207" y="90"/>
                  </a:cubicBezTo>
                  <a:cubicBezTo>
                    <a:pt x="196" y="95"/>
                    <a:pt x="189" y="95"/>
                    <a:pt x="183" y="94"/>
                  </a:cubicBezTo>
                  <a:cubicBezTo>
                    <a:pt x="175" y="94"/>
                    <a:pt x="169" y="94"/>
                    <a:pt x="154" y="113"/>
                  </a:cubicBezTo>
                  <a:cubicBezTo>
                    <a:pt x="141" y="129"/>
                    <a:pt x="139" y="196"/>
                    <a:pt x="139" y="221"/>
                  </a:cubicBezTo>
                  <a:cubicBezTo>
                    <a:pt x="139" y="222"/>
                    <a:pt x="138" y="224"/>
                    <a:pt x="137" y="225"/>
                  </a:cubicBezTo>
                  <a:cubicBezTo>
                    <a:pt x="136" y="226"/>
                    <a:pt x="134" y="227"/>
                    <a:pt x="133" y="227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31ed28cfa71_0_469"/>
            <p:cNvSpPr/>
            <p:nvPr/>
          </p:nvSpPr>
          <p:spPr>
            <a:xfrm>
              <a:off x="1060450" y="2165350"/>
              <a:ext cx="61912" cy="122238"/>
            </a:xfrm>
            <a:custGeom>
              <a:rect b="b" l="l" r="r" t="t"/>
              <a:pathLst>
                <a:path extrusionOk="0" h="92" w="47">
                  <a:moveTo>
                    <a:pt x="37" y="92"/>
                  </a:moveTo>
                  <a:cubicBezTo>
                    <a:pt x="37" y="92"/>
                    <a:pt x="36" y="92"/>
                    <a:pt x="36" y="92"/>
                  </a:cubicBezTo>
                  <a:cubicBezTo>
                    <a:pt x="20" y="89"/>
                    <a:pt x="20" y="89"/>
                    <a:pt x="20" y="89"/>
                  </a:cubicBezTo>
                  <a:cubicBezTo>
                    <a:pt x="17" y="88"/>
                    <a:pt x="15" y="86"/>
                    <a:pt x="15" y="83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0" y="36"/>
                    <a:pt x="0" y="32"/>
                    <a:pt x="1" y="29"/>
                  </a:cubicBezTo>
                  <a:cubicBezTo>
                    <a:pt x="3" y="27"/>
                    <a:pt x="7" y="26"/>
                    <a:pt x="10" y="28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4" y="37"/>
                    <a:pt x="25" y="39"/>
                    <a:pt x="25" y="41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6" y="10"/>
                    <a:pt x="5" y="6"/>
                    <a:pt x="7" y="4"/>
                  </a:cubicBezTo>
                  <a:cubicBezTo>
                    <a:pt x="9" y="1"/>
                    <a:pt x="12" y="0"/>
                    <a:pt x="15" y="2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6" y="22"/>
                    <a:pt x="47" y="24"/>
                    <a:pt x="47" y="2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3" y="88"/>
                    <a:pt x="42" y="90"/>
                    <a:pt x="41" y="91"/>
                  </a:cubicBezTo>
                  <a:cubicBezTo>
                    <a:pt x="40" y="92"/>
                    <a:pt x="38" y="92"/>
                    <a:pt x="37" y="9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31ed28cfa71_0_469"/>
            <p:cNvSpPr/>
            <p:nvPr/>
          </p:nvSpPr>
          <p:spPr>
            <a:xfrm>
              <a:off x="993775" y="2025650"/>
              <a:ext cx="115887" cy="120650"/>
            </a:xfrm>
            <a:custGeom>
              <a:rect b="b" l="l" r="r" t="t"/>
              <a:pathLst>
                <a:path extrusionOk="0" h="90" w="86">
                  <a:moveTo>
                    <a:pt x="80" y="90"/>
                  </a:moveTo>
                  <a:cubicBezTo>
                    <a:pt x="79" y="90"/>
                    <a:pt x="79" y="90"/>
                    <a:pt x="78" y="90"/>
                  </a:cubicBezTo>
                  <a:cubicBezTo>
                    <a:pt x="37" y="81"/>
                    <a:pt x="32" y="50"/>
                    <a:pt x="31" y="41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3" y="35"/>
                    <a:pt x="43" y="37"/>
                    <a:pt x="43" y="39"/>
                  </a:cubicBezTo>
                  <a:cubicBezTo>
                    <a:pt x="43" y="40"/>
                    <a:pt x="42" y="70"/>
                    <a:pt x="81" y="78"/>
                  </a:cubicBezTo>
                  <a:cubicBezTo>
                    <a:pt x="84" y="79"/>
                    <a:pt x="86" y="82"/>
                    <a:pt x="85" y="85"/>
                  </a:cubicBezTo>
                  <a:cubicBezTo>
                    <a:pt x="85" y="88"/>
                    <a:pt x="82" y="90"/>
                    <a:pt x="80" y="90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6" name="Google Shape;766;g31ed28cfa71_0_4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126" y="2235046"/>
            <a:ext cx="171303" cy="28470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g31ed28cfa71_0_469"/>
          <p:cNvSpPr/>
          <p:nvPr/>
        </p:nvSpPr>
        <p:spPr>
          <a:xfrm>
            <a:off x="1274504" y="2100637"/>
            <a:ext cx="472200" cy="5535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1ed28cfa71_0_469"/>
          <p:cNvSpPr/>
          <p:nvPr/>
        </p:nvSpPr>
        <p:spPr>
          <a:xfrm>
            <a:off x="1869313" y="2081359"/>
            <a:ext cx="1488900" cy="5919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1ed28cfa71_0_469"/>
          <p:cNvSpPr/>
          <p:nvPr/>
        </p:nvSpPr>
        <p:spPr>
          <a:xfrm>
            <a:off x="1989377" y="2196157"/>
            <a:ext cx="50506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Shallow Model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g31ed28cfa71_0_469"/>
          <p:cNvCxnSpPr>
            <a:stCxn id="767" idx="3"/>
            <a:endCxn id="769" idx="1"/>
          </p:cNvCxnSpPr>
          <p:nvPr/>
        </p:nvCxnSpPr>
        <p:spPr>
          <a:xfrm>
            <a:off x="1746704" y="2377387"/>
            <a:ext cx="2427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71" name="Google Shape;771;g31ed28cfa71_0_469"/>
          <p:cNvSpPr/>
          <p:nvPr/>
        </p:nvSpPr>
        <p:spPr>
          <a:xfrm>
            <a:off x="2657343" y="2171041"/>
            <a:ext cx="589200" cy="412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Hard example mining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2" name="Google Shape;772;g31ed28cfa71_0_469"/>
          <p:cNvCxnSpPr>
            <a:stCxn id="769" idx="3"/>
            <a:endCxn id="771" idx="1"/>
          </p:cNvCxnSpPr>
          <p:nvPr/>
        </p:nvCxnSpPr>
        <p:spPr>
          <a:xfrm>
            <a:off x="2494439" y="2377408"/>
            <a:ext cx="1629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773" name="Google Shape;773;g31ed28cfa71_0_469"/>
          <p:cNvCxnSpPr>
            <a:endCxn id="766" idx="1"/>
          </p:cNvCxnSpPr>
          <p:nvPr/>
        </p:nvCxnSpPr>
        <p:spPr>
          <a:xfrm>
            <a:off x="605626" y="2374099"/>
            <a:ext cx="181500" cy="330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74" name="Google Shape;774;g31ed28cfa71_0_469"/>
          <p:cNvCxnSpPr>
            <a:stCxn id="766" idx="3"/>
            <a:endCxn id="767" idx="1"/>
          </p:cNvCxnSpPr>
          <p:nvPr/>
        </p:nvCxnSpPr>
        <p:spPr>
          <a:xfrm>
            <a:off x="958429" y="2377399"/>
            <a:ext cx="3162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75" name="Google Shape;775;g31ed28cfa71_0_469"/>
          <p:cNvSpPr/>
          <p:nvPr/>
        </p:nvSpPr>
        <p:spPr>
          <a:xfrm>
            <a:off x="3913307" y="2379421"/>
            <a:ext cx="1936200" cy="1905000"/>
          </a:xfrm>
          <a:prstGeom prst="roundRect">
            <a:avLst>
              <a:gd fmla="val 5854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1ed28cfa71_0_469"/>
          <p:cNvSpPr/>
          <p:nvPr/>
        </p:nvSpPr>
        <p:spPr>
          <a:xfrm>
            <a:off x="3960121" y="2761499"/>
            <a:ext cx="735900" cy="13326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1ed28cfa71_0_469"/>
          <p:cNvSpPr/>
          <p:nvPr/>
        </p:nvSpPr>
        <p:spPr>
          <a:xfrm>
            <a:off x="4907006" y="3016077"/>
            <a:ext cx="883200" cy="849000"/>
          </a:xfrm>
          <a:prstGeom prst="roundRect">
            <a:avLst>
              <a:gd fmla="val 16667" name="adj"/>
            </a:avLst>
          </a:prstGeom>
          <a:solidFill>
            <a:srgbClr val="1C77C8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Sedna 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Joint-Inference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1ed28cfa71_0_469"/>
          <p:cNvSpPr/>
          <p:nvPr/>
        </p:nvSpPr>
        <p:spPr>
          <a:xfrm>
            <a:off x="5908233" y="3370291"/>
            <a:ext cx="209100" cy="115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1C77C8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g31ed28cfa71_0_469"/>
          <p:cNvGrpSpPr/>
          <p:nvPr/>
        </p:nvGrpSpPr>
        <p:grpSpPr>
          <a:xfrm>
            <a:off x="6142321" y="3186698"/>
            <a:ext cx="399640" cy="361307"/>
            <a:chOff x="2465388" y="5186363"/>
            <a:chExt cx="577849" cy="481037"/>
          </a:xfrm>
        </p:grpSpPr>
        <p:sp>
          <p:nvSpPr>
            <p:cNvPr id="780" name="Google Shape;780;g31ed28cfa71_0_469"/>
            <p:cNvSpPr/>
            <p:nvPr/>
          </p:nvSpPr>
          <p:spPr>
            <a:xfrm>
              <a:off x="2752725" y="5613400"/>
              <a:ext cx="525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1ed28cfa71_0_469"/>
            <p:cNvSpPr/>
            <p:nvPr/>
          </p:nvSpPr>
          <p:spPr>
            <a:xfrm>
              <a:off x="2832100" y="5613400"/>
              <a:ext cx="54000" cy="54000"/>
            </a:xfrm>
            <a:prstGeom prst="ellipse">
              <a:avLst/>
            </a:pr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1ed28cfa71_0_469"/>
            <p:cNvSpPr/>
            <p:nvPr/>
          </p:nvSpPr>
          <p:spPr>
            <a:xfrm>
              <a:off x="2638425" y="5411788"/>
              <a:ext cx="312737" cy="241300"/>
            </a:xfrm>
            <a:custGeom>
              <a:rect b="b" l="l" r="r" t="t"/>
              <a:pathLst>
                <a:path extrusionOk="0" h="183" w="238">
                  <a:moveTo>
                    <a:pt x="229" y="183"/>
                  </a:moveTo>
                  <a:cubicBezTo>
                    <a:pt x="169" y="183"/>
                    <a:pt x="169" y="183"/>
                    <a:pt x="169" y="183"/>
                  </a:cubicBezTo>
                  <a:cubicBezTo>
                    <a:pt x="169" y="165"/>
                    <a:pt x="169" y="165"/>
                    <a:pt x="169" y="165"/>
                  </a:cubicBezTo>
                  <a:cubicBezTo>
                    <a:pt x="220" y="165"/>
                    <a:pt x="220" y="165"/>
                    <a:pt x="220" y="165"/>
                  </a:cubicBezTo>
                  <a:cubicBezTo>
                    <a:pt x="220" y="55"/>
                    <a:pt x="220" y="55"/>
                    <a:pt x="220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5" y="55"/>
                    <a:pt x="122" y="54"/>
                    <a:pt x="120" y="51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65"/>
                    <a:pt x="18" y="165"/>
                    <a:pt x="18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83"/>
                    <a:pt x="106" y="183"/>
                    <a:pt x="106" y="183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4" y="183"/>
                    <a:pt x="0" y="179"/>
                    <a:pt x="0" y="17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2"/>
                    <a:pt x="108" y="4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33" y="37"/>
                    <a:pt x="238" y="41"/>
                    <a:pt x="238" y="46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8" y="179"/>
                    <a:pt x="233" y="183"/>
                    <a:pt x="229" y="183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1ed28cfa71_0_469"/>
            <p:cNvSpPr/>
            <p:nvPr/>
          </p:nvSpPr>
          <p:spPr>
            <a:xfrm>
              <a:off x="2684463" y="5365750"/>
              <a:ext cx="312737" cy="239713"/>
            </a:xfrm>
            <a:custGeom>
              <a:rect b="b" l="l" r="r" t="t"/>
              <a:pathLst>
                <a:path extrusionOk="0" h="183" w="238">
                  <a:moveTo>
                    <a:pt x="229" y="183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194" y="165"/>
                    <a:pt x="194" y="165"/>
                    <a:pt x="194" y="165"/>
                  </a:cubicBezTo>
                  <a:cubicBezTo>
                    <a:pt x="220" y="165"/>
                    <a:pt x="220" y="165"/>
                    <a:pt x="220" y="165"/>
                  </a:cubicBezTo>
                  <a:cubicBezTo>
                    <a:pt x="220" y="55"/>
                    <a:pt x="220" y="55"/>
                    <a:pt x="220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5" y="55"/>
                    <a:pt x="122" y="54"/>
                    <a:pt x="120" y="52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2"/>
                    <a:pt x="108" y="4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34" y="37"/>
                    <a:pt x="238" y="41"/>
                    <a:pt x="238" y="46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8" y="179"/>
                    <a:pt x="234" y="183"/>
                    <a:pt x="229" y="183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1ed28cfa71_0_469"/>
            <p:cNvSpPr/>
            <p:nvPr/>
          </p:nvSpPr>
          <p:spPr>
            <a:xfrm>
              <a:off x="2730500" y="5319713"/>
              <a:ext cx="312737" cy="238125"/>
            </a:xfrm>
            <a:custGeom>
              <a:rect b="b" l="l" r="r" t="t"/>
              <a:pathLst>
                <a:path extrusionOk="0" h="182" w="238">
                  <a:moveTo>
                    <a:pt x="229" y="182"/>
                  </a:moveTo>
                  <a:cubicBezTo>
                    <a:pt x="194" y="182"/>
                    <a:pt x="194" y="182"/>
                    <a:pt x="194" y="182"/>
                  </a:cubicBezTo>
                  <a:cubicBezTo>
                    <a:pt x="194" y="164"/>
                    <a:pt x="194" y="164"/>
                    <a:pt x="194" y="164"/>
                  </a:cubicBezTo>
                  <a:cubicBezTo>
                    <a:pt x="220" y="164"/>
                    <a:pt x="220" y="164"/>
                    <a:pt x="220" y="164"/>
                  </a:cubicBezTo>
                  <a:cubicBezTo>
                    <a:pt x="220" y="54"/>
                    <a:pt x="220" y="54"/>
                    <a:pt x="220" y="54"/>
                  </a:cubicBezTo>
                  <a:cubicBezTo>
                    <a:pt x="128" y="54"/>
                    <a:pt x="128" y="54"/>
                    <a:pt x="128" y="54"/>
                  </a:cubicBezTo>
                  <a:cubicBezTo>
                    <a:pt x="125" y="54"/>
                    <a:pt x="122" y="53"/>
                    <a:pt x="121" y="51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4" y="0"/>
                    <a:pt x="107" y="1"/>
                    <a:pt x="109" y="3"/>
                  </a:cubicBezTo>
                  <a:cubicBezTo>
                    <a:pt x="132" y="36"/>
                    <a:pt x="132" y="36"/>
                    <a:pt x="132" y="36"/>
                  </a:cubicBezTo>
                  <a:cubicBezTo>
                    <a:pt x="229" y="36"/>
                    <a:pt x="229" y="36"/>
                    <a:pt x="229" y="36"/>
                  </a:cubicBezTo>
                  <a:cubicBezTo>
                    <a:pt x="234" y="36"/>
                    <a:pt x="238" y="41"/>
                    <a:pt x="238" y="45"/>
                  </a:cubicBezTo>
                  <a:cubicBezTo>
                    <a:pt x="238" y="173"/>
                    <a:pt x="238" y="173"/>
                    <a:pt x="238" y="173"/>
                  </a:cubicBezTo>
                  <a:cubicBezTo>
                    <a:pt x="238" y="178"/>
                    <a:pt x="234" y="182"/>
                    <a:pt x="229" y="182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1ed28cfa71_0_469"/>
            <p:cNvSpPr/>
            <p:nvPr/>
          </p:nvSpPr>
          <p:spPr>
            <a:xfrm>
              <a:off x="2465388" y="5186363"/>
              <a:ext cx="239712" cy="280988"/>
            </a:xfrm>
            <a:custGeom>
              <a:rect b="b" l="l" r="r" t="t"/>
              <a:pathLst>
                <a:path extrusionOk="0" h="214" w="182">
                  <a:moveTo>
                    <a:pt x="18" y="214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0" y="179"/>
                    <a:pt x="18" y="148"/>
                    <a:pt x="47" y="130"/>
                  </a:cubicBezTo>
                  <a:cubicBezTo>
                    <a:pt x="32" y="116"/>
                    <a:pt x="23" y="96"/>
                    <a:pt x="23" y="75"/>
                  </a:cubicBezTo>
                  <a:cubicBezTo>
                    <a:pt x="23" y="34"/>
                    <a:pt x="57" y="0"/>
                    <a:pt x="98" y="0"/>
                  </a:cubicBezTo>
                  <a:cubicBezTo>
                    <a:pt x="139" y="0"/>
                    <a:pt x="173" y="34"/>
                    <a:pt x="173" y="75"/>
                  </a:cubicBezTo>
                  <a:cubicBezTo>
                    <a:pt x="173" y="96"/>
                    <a:pt x="164" y="116"/>
                    <a:pt x="149" y="130"/>
                  </a:cubicBezTo>
                  <a:cubicBezTo>
                    <a:pt x="163" y="139"/>
                    <a:pt x="174" y="150"/>
                    <a:pt x="182" y="164"/>
                  </a:cubicBezTo>
                  <a:cubicBezTo>
                    <a:pt x="167" y="174"/>
                    <a:pt x="167" y="174"/>
                    <a:pt x="167" y="174"/>
                  </a:cubicBezTo>
                  <a:cubicBezTo>
                    <a:pt x="158" y="159"/>
                    <a:pt x="144" y="147"/>
                    <a:pt x="128" y="140"/>
                  </a:cubicBezTo>
                  <a:cubicBezTo>
                    <a:pt x="112" y="133"/>
                    <a:pt x="112" y="133"/>
                    <a:pt x="112" y="133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45" y="114"/>
                    <a:pt x="155" y="95"/>
                    <a:pt x="155" y="75"/>
                  </a:cubicBezTo>
                  <a:cubicBezTo>
                    <a:pt x="155" y="44"/>
                    <a:pt x="129" y="18"/>
                    <a:pt x="98" y="18"/>
                  </a:cubicBezTo>
                  <a:cubicBezTo>
                    <a:pt x="66" y="18"/>
                    <a:pt x="41" y="44"/>
                    <a:pt x="41" y="75"/>
                  </a:cubicBezTo>
                  <a:cubicBezTo>
                    <a:pt x="41" y="95"/>
                    <a:pt x="51" y="114"/>
                    <a:pt x="69" y="124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68" y="140"/>
                    <a:pt x="68" y="140"/>
                    <a:pt x="68" y="140"/>
                  </a:cubicBezTo>
                  <a:cubicBezTo>
                    <a:pt x="37" y="153"/>
                    <a:pt x="18" y="182"/>
                    <a:pt x="18" y="214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31ed28cfa71_0_469"/>
            <p:cNvSpPr/>
            <p:nvPr/>
          </p:nvSpPr>
          <p:spPr>
            <a:xfrm>
              <a:off x="2465388" y="5467350"/>
              <a:ext cx="219075" cy="185738"/>
            </a:xfrm>
            <a:custGeom>
              <a:rect b="b" l="l" r="r" t="t"/>
              <a:pathLst>
                <a:path extrusionOk="0" h="141" w="166">
                  <a:moveTo>
                    <a:pt x="166" y="141"/>
                  </a:moveTo>
                  <a:cubicBezTo>
                    <a:pt x="29" y="141"/>
                    <a:pt x="29" y="141"/>
                    <a:pt x="29" y="141"/>
                  </a:cubicBezTo>
                  <a:cubicBezTo>
                    <a:pt x="13" y="141"/>
                    <a:pt x="0" y="127"/>
                    <a:pt x="0" y="1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18" y="118"/>
                    <a:pt x="23" y="123"/>
                    <a:pt x="29" y="123"/>
                  </a:cubicBezTo>
                  <a:cubicBezTo>
                    <a:pt x="166" y="123"/>
                    <a:pt x="166" y="123"/>
                    <a:pt x="166" y="123"/>
                  </a:cubicBezTo>
                  <a:lnTo>
                    <a:pt x="166" y="141"/>
                  </a:ln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31ed28cfa71_0_469"/>
            <p:cNvSpPr/>
            <p:nvPr/>
          </p:nvSpPr>
          <p:spPr>
            <a:xfrm>
              <a:off x="2495550" y="5186363"/>
              <a:ext cx="198437" cy="196850"/>
            </a:xfrm>
            <a:custGeom>
              <a:rect b="b" l="l" r="r" t="t"/>
              <a:pathLst>
                <a:path extrusionOk="0" h="150" w="150">
                  <a:moveTo>
                    <a:pt x="75" y="150"/>
                  </a:moveTo>
                  <a:cubicBezTo>
                    <a:pt x="34" y="150"/>
                    <a:pt x="0" y="116"/>
                    <a:pt x="0" y="75"/>
                  </a:cubicBezTo>
                  <a:cubicBezTo>
                    <a:pt x="0" y="34"/>
                    <a:pt x="34" y="0"/>
                    <a:pt x="75" y="0"/>
                  </a:cubicBezTo>
                  <a:cubicBezTo>
                    <a:pt x="116" y="0"/>
                    <a:pt x="150" y="34"/>
                    <a:pt x="150" y="75"/>
                  </a:cubicBezTo>
                  <a:cubicBezTo>
                    <a:pt x="150" y="116"/>
                    <a:pt x="116" y="150"/>
                    <a:pt x="75" y="150"/>
                  </a:cubicBezTo>
                  <a:close/>
                  <a:moveTo>
                    <a:pt x="75" y="18"/>
                  </a:moveTo>
                  <a:cubicBezTo>
                    <a:pt x="43" y="18"/>
                    <a:pt x="18" y="44"/>
                    <a:pt x="18" y="75"/>
                  </a:cubicBezTo>
                  <a:cubicBezTo>
                    <a:pt x="18" y="107"/>
                    <a:pt x="43" y="132"/>
                    <a:pt x="75" y="132"/>
                  </a:cubicBezTo>
                  <a:cubicBezTo>
                    <a:pt x="106" y="132"/>
                    <a:pt x="132" y="107"/>
                    <a:pt x="132" y="75"/>
                  </a:cubicBezTo>
                  <a:cubicBezTo>
                    <a:pt x="132" y="44"/>
                    <a:pt x="106" y="18"/>
                    <a:pt x="75" y="18"/>
                  </a:cubicBezTo>
                  <a:close/>
                </a:path>
              </a:pathLst>
            </a:custGeom>
            <a:solidFill>
              <a:srgbClr val="1D1D1A"/>
            </a:solidFill>
            <a:ln>
              <a:noFill/>
            </a:ln>
          </p:spPr>
          <p:txBody>
            <a:bodyPr anchorCtr="0" anchor="t" bIns="38400" lIns="76825" spcFirstLastPara="1" rIns="76825" wrap="square" tIns="38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8" name="Google Shape;788;g31ed28cfa71_0_469"/>
          <p:cNvSpPr/>
          <p:nvPr/>
        </p:nvSpPr>
        <p:spPr>
          <a:xfrm>
            <a:off x="4705464" y="3370291"/>
            <a:ext cx="209100" cy="115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1C77C8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1ed28cfa71_0_469"/>
          <p:cNvSpPr/>
          <p:nvPr/>
        </p:nvSpPr>
        <p:spPr>
          <a:xfrm>
            <a:off x="4142882" y="3325239"/>
            <a:ext cx="46645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大模型</a:t>
            </a:r>
            <a:endParaRPr b="0" i="0" sz="7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推理</a:t>
            </a:r>
            <a:endParaRPr b="0" i="0" sz="7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1ed28cfa71_0_469"/>
          <p:cNvSpPr/>
          <p:nvPr/>
        </p:nvSpPr>
        <p:spPr>
          <a:xfrm>
            <a:off x="4099432" y="3259327"/>
            <a:ext cx="46645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大模型</a:t>
            </a:r>
            <a:endParaRPr b="0" i="0" sz="7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推理</a:t>
            </a:r>
            <a:endParaRPr b="0" i="0" sz="7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1ed28cfa71_0_469"/>
          <p:cNvSpPr/>
          <p:nvPr/>
        </p:nvSpPr>
        <p:spPr>
          <a:xfrm>
            <a:off x="4055417" y="3202836"/>
            <a:ext cx="46645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Deep Model</a:t>
            </a:r>
            <a:endParaRPr b="0" i="0" sz="7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g31ed28cfa71_0_469"/>
          <p:cNvCxnSpPr>
            <a:stCxn id="771" idx="3"/>
            <a:endCxn id="791" idx="1"/>
          </p:cNvCxnSpPr>
          <p:nvPr/>
        </p:nvCxnSpPr>
        <p:spPr>
          <a:xfrm>
            <a:off x="3246543" y="2377441"/>
            <a:ext cx="808800" cy="100650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93" name="Google Shape;793;g31ed28cfa71_0_469"/>
          <p:cNvSpPr/>
          <p:nvPr/>
        </p:nvSpPr>
        <p:spPr>
          <a:xfrm>
            <a:off x="1121360" y="2858069"/>
            <a:ext cx="2361600" cy="9378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Edge 2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1ed28cfa71_0_469"/>
          <p:cNvSpPr/>
          <p:nvPr/>
        </p:nvSpPr>
        <p:spPr>
          <a:xfrm>
            <a:off x="1274504" y="3110321"/>
            <a:ext cx="472200" cy="5535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1ed28cfa71_0_469"/>
          <p:cNvSpPr/>
          <p:nvPr/>
        </p:nvSpPr>
        <p:spPr>
          <a:xfrm>
            <a:off x="1869313" y="3091043"/>
            <a:ext cx="1488900" cy="5919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1ed28cfa71_0_469"/>
          <p:cNvSpPr/>
          <p:nvPr/>
        </p:nvSpPr>
        <p:spPr>
          <a:xfrm>
            <a:off x="1989377" y="3205842"/>
            <a:ext cx="50506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Shallow Model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g31ed28cfa71_0_469"/>
          <p:cNvCxnSpPr>
            <a:stCxn id="794" idx="3"/>
            <a:endCxn id="796" idx="1"/>
          </p:cNvCxnSpPr>
          <p:nvPr/>
        </p:nvCxnSpPr>
        <p:spPr>
          <a:xfrm>
            <a:off x="1746704" y="3387071"/>
            <a:ext cx="2427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798" name="Google Shape;798;g31ed28cfa71_0_469"/>
          <p:cNvSpPr/>
          <p:nvPr/>
        </p:nvSpPr>
        <p:spPr>
          <a:xfrm>
            <a:off x="2657343" y="3180725"/>
            <a:ext cx="589200" cy="412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Hard example mining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g31ed28cfa71_0_469"/>
          <p:cNvCxnSpPr>
            <a:stCxn id="796" idx="3"/>
            <a:endCxn id="798" idx="1"/>
          </p:cNvCxnSpPr>
          <p:nvPr/>
        </p:nvCxnSpPr>
        <p:spPr>
          <a:xfrm>
            <a:off x="2494439" y="3387093"/>
            <a:ext cx="1629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00" name="Google Shape;800;g31ed28cfa71_0_469"/>
          <p:cNvSpPr/>
          <p:nvPr/>
        </p:nvSpPr>
        <p:spPr>
          <a:xfrm>
            <a:off x="1121360" y="3867754"/>
            <a:ext cx="2361600" cy="937800"/>
          </a:xfrm>
          <a:prstGeom prst="roundRect">
            <a:avLst>
              <a:gd fmla="val 10508" name="adj"/>
            </a:avLst>
          </a:prstGeom>
          <a:solidFill>
            <a:srgbClr val="E7E6E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Edge 3 </a:t>
            </a:r>
            <a:endParaRPr b="0" i="0" sz="9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1ed28cfa71_0_469"/>
          <p:cNvSpPr/>
          <p:nvPr/>
        </p:nvSpPr>
        <p:spPr>
          <a:xfrm>
            <a:off x="1274504" y="4120006"/>
            <a:ext cx="472200" cy="553500"/>
          </a:xfrm>
          <a:prstGeom prst="roundRect">
            <a:avLst>
              <a:gd fmla="val 16667" name="adj"/>
            </a:avLst>
          </a:prstGeom>
          <a:solidFill>
            <a:srgbClr val="BFBFB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1ed28cfa71_0_469"/>
          <p:cNvSpPr/>
          <p:nvPr/>
        </p:nvSpPr>
        <p:spPr>
          <a:xfrm>
            <a:off x="1869313" y="4100728"/>
            <a:ext cx="1488900" cy="591900"/>
          </a:xfrm>
          <a:prstGeom prst="roundRect">
            <a:avLst>
              <a:gd fmla="val 16667" name="adj"/>
            </a:avLst>
          </a:prstGeom>
          <a:solidFill>
            <a:srgbClr val="FFE699"/>
          </a:solidFill>
          <a:ln cap="flat" cmpd="sng" w="12700">
            <a:solidFill>
              <a:srgbClr val="42719B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1ed28cfa71_0_469"/>
          <p:cNvSpPr/>
          <p:nvPr/>
        </p:nvSpPr>
        <p:spPr>
          <a:xfrm>
            <a:off x="1989377" y="4215527"/>
            <a:ext cx="505062" cy="362502"/>
          </a:xfrm>
          <a:prstGeom prst="flowChartDocument">
            <a:avLst/>
          </a:prstGeom>
          <a:solidFill>
            <a:srgbClr val="F7A65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Shallow Model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4" name="Google Shape;804;g31ed28cfa71_0_469"/>
          <p:cNvCxnSpPr>
            <a:stCxn id="801" idx="3"/>
            <a:endCxn id="803" idx="1"/>
          </p:cNvCxnSpPr>
          <p:nvPr/>
        </p:nvCxnSpPr>
        <p:spPr>
          <a:xfrm>
            <a:off x="1746704" y="4396756"/>
            <a:ext cx="2427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05" name="Google Shape;805;g31ed28cfa71_0_469"/>
          <p:cNvSpPr/>
          <p:nvPr/>
        </p:nvSpPr>
        <p:spPr>
          <a:xfrm>
            <a:off x="2657343" y="4190410"/>
            <a:ext cx="589200" cy="412800"/>
          </a:xfrm>
          <a:prstGeom prst="roundRect">
            <a:avLst>
              <a:gd fmla="val 16667" name="adj"/>
            </a:avLst>
          </a:prstGeom>
          <a:solidFill>
            <a:srgbClr val="59C8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Hard example mining</a:t>
            </a:r>
            <a:endParaRPr b="0" i="0" sz="800" u="none" cap="none" strike="noStrike">
              <a:solidFill>
                <a:srgbClr val="1D1D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6" name="Google Shape;806;g31ed28cfa71_0_469"/>
          <p:cNvCxnSpPr>
            <a:stCxn id="803" idx="3"/>
            <a:endCxn id="805" idx="1"/>
          </p:cNvCxnSpPr>
          <p:nvPr/>
        </p:nvCxnSpPr>
        <p:spPr>
          <a:xfrm>
            <a:off x="2494439" y="4396778"/>
            <a:ext cx="162900" cy="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07" name="Google Shape;807;g31ed28cfa71_0_469"/>
          <p:cNvCxnSpPr>
            <a:stCxn id="798" idx="3"/>
            <a:endCxn id="791" idx="1"/>
          </p:cNvCxnSpPr>
          <p:nvPr/>
        </p:nvCxnSpPr>
        <p:spPr>
          <a:xfrm flipH="1" rot="10800000">
            <a:off x="3246543" y="3384125"/>
            <a:ext cx="808800" cy="300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08" name="Google Shape;808;g31ed28cfa71_0_469"/>
          <p:cNvCxnSpPr>
            <a:stCxn id="805" idx="3"/>
            <a:endCxn id="791" idx="1"/>
          </p:cNvCxnSpPr>
          <p:nvPr/>
        </p:nvCxnSpPr>
        <p:spPr>
          <a:xfrm flipH="1" rot="10800000">
            <a:off x="3246543" y="3384010"/>
            <a:ext cx="808800" cy="1012800"/>
          </a:xfrm>
          <a:prstGeom prst="straightConnector1">
            <a:avLst/>
          </a:prstGeom>
          <a:noFill/>
          <a:ln cap="flat" cmpd="sng" w="28575">
            <a:solidFill>
              <a:srgbClr val="1C77C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09" name="Google Shape;809;g31ed28cfa71_0_469"/>
          <p:cNvSpPr/>
          <p:nvPr/>
        </p:nvSpPr>
        <p:spPr>
          <a:xfrm>
            <a:off x="872777" y="1130592"/>
            <a:ext cx="63141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Under resource-constrained lateral conditions, improving overall reasoning performance.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1ed28cfa71_0_1282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>
                <a:solidFill>
                  <a:schemeClr val="lt1"/>
                </a:solidFill>
              </a:rPr>
              <a:t>Case Studies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1ed28cfa71_0_477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8571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New Boundaries: More traditional Industries to Cloud Native</a:t>
            </a:r>
            <a:endParaRPr b="1" sz="3000">
              <a:solidFill>
                <a:schemeClr val="lt1"/>
              </a:solidFill>
            </a:endParaRPr>
          </a:p>
        </p:txBody>
      </p:sp>
      <p:grpSp>
        <p:nvGrpSpPr>
          <p:cNvPr id="820" name="Google Shape;820;g31ed28cfa71_0_477"/>
          <p:cNvGrpSpPr/>
          <p:nvPr/>
        </p:nvGrpSpPr>
        <p:grpSpPr>
          <a:xfrm>
            <a:off x="587677" y="1721111"/>
            <a:ext cx="3167451" cy="2399666"/>
            <a:chOff x="276182" y="1725247"/>
            <a:chExt cx="5657174" cy="4030343"/>
          </a:xfrm>
        </p:grpSpPr>
        <p:cxnSp>
          <p:nvCxnSpPr>
            <p:cNvPr id="821" name="Google Shape;821;g31ed28cfa71_0_477"/>
            <p:cNvCxnSpPr>
              <a:stCxn id="822" idx="2"/>
              <a:endCxn id="823" idx="0"/>
            </p:cNvCxnSpPr>
            <p:nvPr/>
          </p:nvCxnSpPr>
          <p:spPr>
            <a:xfrm>
              <a:off x="2541064" y="3545632"/>
              <a:ext cx="307200" cy="963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24" name="Google Shape;824;g31ed28cfa71_0_477"/>
            <p:cNvGrpSpPr/>
            <p:nvPr/>
          </p:nvGrpSpPr>
          <p:grpSpPr>
            <a:xfrm>
              <a:off x="569064" y="4191232"/>
              <a:ext cx="1204403" cy="1564356"/>
              <a:chOff x="8094926" y="4026236"/>
              <a:chExt cx="2234100" cy="2901791"/>
            </a:xfrm>
          </p:grpSpPr>
          <p:sp>
            <p:nvSpPr>
              <p:cNvPr id="825" name="Google Shape;825;g31ed28cfa71_0_477"/>
              <p:cNvSpPr txBox="1"/>
              <p:nvPr/>
            </p:nvSpPr>
            <p:spPr>
              <a:xfrm>
                <a:off x="8094926" y="6466027"/>
                <a:ext cx="2234100" cy="4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Cloud Native</a:t>
                </a:r>
                <a:b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</a:b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Offshore Oilfield</a:t>
                </a:r>
                <a:endParaRPr b="0" i="0" sz="7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826" name="Google Shape;826;g31ed28cfa71_0_477"/>
              <p:cNvSpPr/>
              <p:nvPr/>
            </p:nvSpPr>
            <p:spPr>
              <a:xfrm>
                <a:off x="8135638" y="4026236"/>
                <a:ext cx="2152800" cy="2152800"/>
              </a:xfrm>
              <a:prstGeom prst="ellipse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 cap="flat" cmpd="sng" w="9525">
                <a:solidFill>
                  <a:srgbClr val="8EB4E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500"/>
                  <a:buFont typeface="Arial"/>
                  <a:buNone/>
                </a:pPr>
                <a:r>
                  <a:t/>
                </a:r>
                <a:endParaRPr b="0" i="0" sz="5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cxnSp>
          <p:nvCxnSpPr>
            <p:cNvPr id="827" name="Google Shape;827;g31ed28cfa71_0_477"/>
            <p:cNvCxnSpPr>
              <a:stCxn id="822" idx="2"/>
            </p:cNvCxnSpPr>
            <p:nvPr/>
          </p:nvCxnSpPr>
          <p:spPr>
            <a:xfrm flipH="1">
              <a:off x="1642264" y="3545632"/>
              <a:ext cx="898800" cy="642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8" name="Google Shape;828;g31ed28cfa71_0_477"/>
            <p:cNvCxnSpPr>
              <a:stCxn id="822" idx="2"/>
              <a:endCxn id="829" idx="0"/>
            </p:cNvCxnSpPr>
            <p:nvPr/>
          </p:nvCxnSpPr>
          <p:spPr>
            <a:xfrm>
              <a:off x="2541064" y="3545632"/>
              <a:ext cx="2080500" cy="915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0" name="Google Shape;830;g31ed28cfa71_0_477"/>
            <p:cNvCxnSpPr>
              <a:stCxn id="822" idx="2"/>
              <a:endCxn id="831" idx="1"/>
            </p:cNvCxnSpPr>
            <p:nvPr/>
          </p:nvCxnSpPr>
          <p:spPr>
            <a:xfrm flipH="1" rot="10800000">
              <a:off x="2541064" y="2772532"/>
              <a:ext cx="1282500" cy="773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2" name="Google Shape;832;g31ed28cfa71_0_477"/>
            <p:cNvCxnSpPr>
              <a:stCxn id="822" idx="2"/>
            </p:cNvCxnSpPr>
            <p:nvPr/>
          </p:nvCxnSpPr>
          <p:spPr>
            <a:xfrm rot="10800000">
              <a:off x="1789864" y="2419732"/>
              <a:ext cx="751200" cy="1125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33" name="Google Shape;833;g31ed28cfa71_0_477"/>
            <p:cNvGrpSpPr/>
            <p:nvPr/>
          </p:nvGrpSpPr>
          <p:grpSpPr>
            <a:xfrm>
              <a:off x="276182" y="1725247"/>
              <a:ext cx="1600157" cy="1281082"/>
              <a:chOff x="7064697" y="1329895"/>
              <a:chExt cx="2968200" cy="2376335"/>
            </a:xfrm>
          </p:grpSpPr>
          <p:pic>
            <p:nvPicPr>
              <p:cNvPr descr="tiansuan-1" id="834" name="Google Shape;834;g31ed28cfa71_0_4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7467774" y="1329895"/>
                <a:ext cx="2152648" cy="17227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5" name="Google Shape;835;g31ed28cfa71_0_477"/>
              <p:cNvSpPr txBox="1"/>
              <p:nvPr/>
            </p:nvSpPr>
            <p:spPr>
              <a:xfrm>
                <a:off x="7064697" y="3244230"/>
                <a:ext cx="2968200" cy="4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Cloud Native</a:t>
                </a:r>
                <a:b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</a:b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Satellite</a:t>
                </a:r>
                <a:endParaRPr b="0" i="0" sz="7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836" name="Google Shape;836;g31ed28cfa71_0_477"/>
            <p:cNvGrpSpPr/>
            <p:nvPr/>
          </p:nvGrpSpPr>
          <p:grpSpPr>
            <a:xfrm>
              <a:off x="2171984" y="4508790"/>
              <a:ext cx="1352756" cy="1246799"/>
              <a:chOff x="1201478" y="4485486"/>
              <a:chExt cx="2509285" cy="2312742"/>
            </a:xfrm>
          </p:grpSpPr>
          <p:pic>
            <p:nvPicPr>
              <p:cNvPr id="823" name="Google Shape;823;g31ed28cfa71_0_47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01478" y="4485486"/>
                <a:ext cx="2509285" cy="1556686"/>
              </a:xfrm>
              <a:prstGeom prst="rect">
                <a:avLst/>
              </a:prstGeom>
              <a:noFill/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837" name="Google Shape;837;g31ed28cfa71_0_477"/>
              <p:cNvSpPr txBox="1"/>
              <p:nvPr/>
            </p:nvSpPr>
            <p:spPr>
              <a:xfrm>
                <a:off x="1339083" y="6336228"/>
                <a:ext cx="2234100" cy="4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Smart CDN</a:t>
                </a:r>
                <a:endParaRPr b="0" i="0" sz="7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838" name="Google Shape;838;g31ed28cfa71_0_477"/>
            <p:cNvGrpSpPr/>
            <p:nvPr/>
          </p:nvGrpSpPr>
          <p:grpSpPr>
            <a:xfrm>
              <a:off x="3945179" y="4460978"/>
              <a:ext cx="1352756" cy="1294611"/>
              <a:chOff x="1201478" y="4396797"/>
              <a:chExt cx="2509285" cy="2401431"/>
            </a:xfrm>
          </p:grpSpPr>
          <p:pic>
            <p:nvPicPr>
              <p:cNvPr id="829" name="Google Shape;829;g31ed28cfa71_0_477"/>
              <p:cNvPicPr preferRelativeResize="0"/>
              <p:nvPr/>
            </p:nvPicPr>
            <p:blipFill rotWithShape="1">
              <a:blip r:embed="rId6">
                <a:alphaModFix/>
              </a:blip>
              <a:srcRect b="19549" l="32689" r="3186" t="0"/>
              <a:stretch/>
            </p:blipFill>
            <p:spPr>
              <a:xfrm>
                <a:off x="1201478" y="4396797"/>
                <a:ext cx="2509285" cy="1734064"/>
              </a:xfrm>
              <a:prstGeom prst="rect">
                <a:avLst/>
              </a:prstGeom>
              <a:noFill/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839" name="Google Shape;839;g31ed28cfa71_0_477"/>
              <p:cNvSpPr txBox="1"/>
              <p:nvPr/>
            </p:nvSpPr>
            <p:spPr>
              <a:xfrm>
                <a:off x="1339083" y="6336228"/>
                <a:ext cx="2234100" cy="4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700"/>
                  <a:buFont typeface="Arial"/>
                  <a:buNone/>
                </a:pP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Electronic</a:t>
                </a:r>
                <a:b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</a:br>
                <a:r>
                  <a:rPr b="0" i="0" lang="en" sz="7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toll collection</a:t>
                </a:r>
                <a:endParaRPr b="0" i="0" sz="7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</p:grpSp>
        <p:grpSp>
          <p:nvGrpSpPr>
            <p:cNvPr id="840" name="Google Shape;840;g31ed28cfa71_0_477"/>
            <p:cNvGrpSpPr/>
            <p:nvPr/>
          </p:nvGrpSpPr>
          <p:grpSpPr>
            <a:xfrm>
              <a:off x="3823562" y="2065454"/>
              <a:ext cx="2109794" cy="1902066"/>
              <a:chOff x="4465790" y="4412221"/>
              <a:chExt cx="2592203" cy="2336977"/>
            </a:xfrm>
          </p:grpSpPr>
          <p:sp>
            <p:nvSpPr>
              <p:cNvPr id="841" name="Google Shape;841;g31ed28cfa71_0_477"/>
              <p:cNvSpPr txBox="1"/>
              <p:nvPr/>
            </p:nvSpPr>
            <p:spPr>
              <a:xfrm>
                <a:off x="4644854" y="6287198"/>
                <a:ext cx="2234100" cy="462000"/>
              </a:xfrm>
              <a:prstGeom prst="rect">
                <a:avLst/>
              </a:prstGeom>
              <a:noFill/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1D1D1A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Cloud Native Vehicle</a:t>
                </a:r>
                <a:endParaRPr b="0" i="0" sz="8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pic>
            <p:nvPicPr>
              <p:cNvPr id="831" name="Google Shape;831;g31ed28cfa71_0_477"/>
              <p:cNvPicPr preferRelativeResize="0"/>
              <p:nvPr/>
            </p:nvPicPr>
            <p:blipFill rotWithShape="1">
              <a:blip r:embed="rId7">
                <a:alphaModFix/>
              </a:blip>
              <a:srcRect b="-209" l="24370" r="25547" t="379"/>
              <a:stretch/>
            </p:blipFill>
            <p:spPr>
              <a:xfrm>
                <a:off x="4465790" y="4412221"/>
                <a:ext cx="2592203" cy="1737302"/>
              </a:xfrm>
              <a:prstGeom prst="rect">
                <a:avLst/>
              </a:prstGeom>
              <a:noFill/>
              <a:ln cap="flat" cmpd="sng" w="762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grpSp>
          <p:nvGrpSpPr>
            <p:cNvPr id="842" name="Google Shape;842;g31ed28cfa71_0_477"/>
            <p:cNvGrpSpPr/>
            <p:nvPr/>
          </p:nvGrpSpPr>
          <p:grpSpPr>
            <a:xfrm>
              <a:off x="1602564" y="2632053"/>
              <a:ext cx="2059221" cy="1190940"/>
              <a:chOff x="1602564" y="2632053"/>
              <a:chExt cx="2059221" cy="1190940"/>
            </a:xfrm>
          </p:grpSpPr>
          <p:sp>
            <p:nvSpPr>
              <p:cNvPr id="843" name="Google Shape;843;g31ed28cfa71_0_477"/>
              <p:cNvSpPr/>
              <p:nvPr/>
            </p:nvSpPr>
            <p:spPr>
              <a:xfrm>
                <a:off x="1602564" y="2662484"/>
                <a:ext cx="2059221" cy="1160509"/>
              </a:xfrm>
              <a:custGeom>
                <a:rect b="b" l="l" r="r" t="t"/>
                <a:pathLst>
                  <a:path extrusionOk="0" h="3316" w="6154">
                    <a:moveTo>
                      <a:pt x="5512" y="1980"/>
                    </a:moveTo>
                    <a:lnTo>
                      <a:pt x="5512" y="1980"/>
                    </a:lnTo>
                    <a:lnTo>
                      <a:pt x="5504" y="1928"/>
                    </a:lnTo>
                    <a:lnTo>
                      <a:pt x="5492" y="1876"/>
                    </a:lnTo>
                    <a:lnTo>
                      <a:pt x="5478" y="1826"/>
                    </a:lnTo>
                    <a:lnTo>
                      <a:pt x="5462" y="1778"/>
                    </a:lnTo>
                    <a:lnTo>
                      <a:pt x="5446" y="1730"/>
                    </a:lnTo>
                    <a:lnTo>
                      <a:pt x="5426" y="1682"/>
                    </a:lnTo>
                    <a:lnTo>
                      <a:pt x="5404" y="1636"/>
                    </a:lnTo>
                    <a:lnTo>
                      <a:pt x="5380" y="1592"/>
                    </a:lnTo>
                    <a:lnTo>
                      <a:pt x="5354" y="1548"/>
                    </a:lnTo>
                    <a:lnTo>
                      <a:pt x="5326" y="1506"/>
                    </a:lnTo>
                    <a:lnTo>
                      <a:pt x="5296" y="1466"/>
                    </a:lnTo>
                    <a:lnTo>
                      <a:pt x="5266" y="1426"/>
                    </a:lnTo>
                    <a:lnTo>
                      <a:pt x="5234" y="1388"/>
                    </a:lnTo>
                    <a:lnTo>
                      <a:pt x="5198" y="1350"/>
                    </a:lnTo>
                    <a:lnTo>
                      <a:pt x="5162" y="1316"/>
                    </a:lnTo>
                    <a:lnTo>
                      <a:pt x="5126" y="1282"/>
                    </a:lnTo>
                    <a:lnTo>
                      <a:pt x="5086" y="1250"/>
                    </a:lnTo>
                    <a:lnTo>
                      <a:pt x="5046" y="1220"/>
                    </a:lnTo>
                    <a:lnTo>
                      <a:pt x="5006" y="1190"/>
                    </a:lnTo>
                    <a:lnTo>
                      <a:pt x="4962" y="1164"/>
                    </a:lnTo>
                    <a:lnTo>
                      <a:pt x="4918" y="1138"/>
                    </a:lnTo>
                    <a:lnTo>
                      <a:pt x="4874" y="1116"/>
                    </a:lnTo>
                    <a:lnTo>
                      <a:pt x="4826" y="1094"/>
                    </a:lnTo>
                    <a:lnTo>
                      <a:pt x="4780" y="1074"/>
                    </a:lnTo>
                    <a:lnTo>
                      <a:pt x="4732" y="1058"/>
                    </a:lnTo>
                    <a:lnTo>
                      <a:pt x="4682" y="1042"/>
                    </a:lnTo>
                    <a:lnTo>
                      <a:pt x="4632" y="1030"/>
                    </a:lnTo>
                    <a:lnTo>
                      <a:pt x="4580" y="1020"/>
                    </a:lnTo>
                    <a:lnTo>
                      <a:pt x="4528" y="1010"/>
                    </a:lnTo>
                    <a:lnTo>
                      <a:pt x="4476" y="1004"/>
                    </a:lnTo>
                    <a:lnTo>
                      <a:pt x="4422" y="1002"/>
                    </a:lnTo>
                    <a:lnTo>
                      <a:pt x="4368" y="1000"/>
                    </a:lnTo>
                    <a:lnTo>
                      <a:pt x="4302" y="1002"/>
                    </a:lnTo>
                    <a:lnTo>
                      <a:pt x="4236" y="1008"/>
                    </a:lnTo>
                    <a:lnTo>
                      <a:pt x="4212" y="952"/>
                    </a:lnTo>
                    <a:lnTo>
                      <a:pt x="4184" y="898"/>
                    </a:lnTo>
                    <a:lnTo>
                      <a:pt x="4156" y="846"/>
                    </a:lnTo>
                    <a:lnTo>
                      <a:pt x="4126" y="794"/>
                    </a:lnTo>
                    <a:lnTo>
                      <a:pt x="4094" y="744"/>
                    </a:lnTo>
                    <a:lnTo>
                      <a:pt x="4060" y="694"/>
                    </a:lnTo>
                    <a:lnTo>
                      <a:pt x="4024" y="646"/>
                    </a:lnTo>
                    <a:lnTo>
                      <a:pt x="3988" y="600"/>
                    </a:lnTo>
                    <a:lnTo>
                      <a:pt x="3948" y="554"/>
                    </a:lnTo>
                    <a:lnTo>
                      <a:pt x="3908" y="512"/>
                    </a:lnTo>
                    <a:lnTo>
                      <a:pt x="3866" y="470"/>
                    </a:lnTo>
                    <a:lnTo>
                      <a:pt x="3822" y="428"/>
                    </a:lnTo>
                    <a:lnTo>
                      <a:pt x="3778" y="390"/>
                    </a:lnTo>
                    <a:lnTo>
                      <a:pt x="3732" y="352"/>
                    </a:lnTo>
                    <a:lnTo>
                      <a:pt x="3684" y="316"/>
                    </a:lnTo>
                    <a:lnTo>
                      <a:pt x="3636" y="282"/>
                    </a:lnTo>
                    <a:lnTo>
                      <a:pt x="3586" y="248"/>
                    </a:lnTo>
                    <a:lnTo>
                      <a:pt x="3534" y="218"/>
                    </a:lnTo>
                    <a:lnTo>
                      <a:pt x="3482" y="190"/>
                    </a:lnTo>
                    <a:lnTo>
                      <a:pt x="3428" y="162"/>
                    </a:lnTo>
                    <a:lnTo>
                      <a:pt x="3372" y="138"/>
                    </a:lnTo>
                    <a:lnTo>
                      <a:pt x="3316" y="114"/>
                    </a:lnTo>
                    <a:lnTo>
                      <a:pt x="3260" y="92"/>
                    </a:lnTo>
                    <a:lnTo>
                      <a:pt x="3202" y="74"/>
                    </a:lnTo>
                    <a:lnTo>
                      <a:pt x="3144" y="56"/>
                    </a:lnTo>
                    <a:lnTo>
                      <a:pt x="3084" y="42"/>
                    </a:lnTo>
                    <a:lnTo>
                      <a:pt x="3024" y="30"/>
                    </a:lnTo>
                    <a:lnTo>
                      <a:pt x="2962" y="18"/>
                    </a:lnTo>
                    <a:lnTo>
                      <a:pt x="2900" y="10"/>
                    </a:lnTo>
                    <a:lnTo>
                      <a:pt x="2838" y="4"/>
                    </a:lnTo>
                    <a:lnTo>
                      <a:pt x="2774" y="0"/>
                    </a:lnTo>
                    <a:lnTo>
                      <a:pt x="2710" y="0"/>
                    </a:lnTo>
                    <a:lnTo>
                      <a:pt x="2630" y="2"/>
                    </a:lnTo>
                    <a:lnTo>
                      <a:pt x="2550" y="8"/>
                    </a:lnTo>
                    <a:lnTo>
                      <a:pt x="2472" y="16"/>
                    </a:lnTo>
                    <a:lnTo>
                      <a:pt x="2394" y="30"/>
                    </a:lnTo>
                    <a:lnTo>
                      <a:pt x="2318" y="46"/>
                    </a:lnTo>
                    <a:lnTo>
                      <a:pt x="2242" y="66"/>
                    </a:lnTo>
                    <a:lnTo>
                      <a:pt x="2168" y="90"/>
                    </a:lnTo>
                    <a:lnTo>
                      <a:pt x="2096" y="116"/>
                    </a:lnTo>
                    <a:lnTo>
                      <a:pt x="2026" y="146"/>
                    </a:lnTo>
                    <a:lnTo>
                      <a:pt x="1958" y="180"/>
                    </a:lnTo>
                    <a:lnTo>
                      <a:pt x="1892" y="216"/>
                    </a:lnTo>
                    <a:lnTo>
                      <a:pt x="1826" y="256"/>
                    </a:lnTo>
                    <a:lnTo>
                      <a:pt x="1764" y="296"/>
                    </a:lnTo>
                    <a:lnTo>
                      <a:pt x="1702" y="342"/>
                    </a:lnTo>
                    <a:lnTo>
                      <a:pt x="1644" y="388"/>
                    </a:lnTo>
                    <a:lnTo>
                      <a:pt x="1586" y="438"/>
                    </a:lnTo>
                    <a:lnTo>
                      <a:pt x="1532" y="490"/>
                    </a:lnTo>
                    <a:lnTo>
                      <a:pt x="1480" y="546"/>
                    </a:lnTo>
                    <a:lnTo>
                      <a:pt x="1432" y="602"/>
                    </a:lnTo>
                    <a:lnTo>
                      <a:pt x="1386" y="662"/>
                    </a:lnTo>
                    <a:lnTo>
                      <a:pt x="1340" y="724"/>
                    </a:lnTo>
                    <a:lnTo>
                      <a:pt x="1300" y="786"/>
                    </a:lnTo>
                    <a:lnTo>
                      <a:pt x="1262" y="852"/>
                    </a:lnTo>
                    <a:lnTo>
                      <a:pt x="1226" y="920"/>
                    </a:lnTo>
                    <a:lnTo>
                      <a:pt x="1194" y="988"/>
                    </a:lnTo>
                    <a:lnTo>
                      <a:pt x="1164" y="1058"/>
                    </a:lnTo>
                    <a:lnTo>
                      <a:pt x="1138" y="1132"/>
                    </a:lnTo>
                    <a:lnTo>
                      <a:pt x="1116" y="1204"/>
                    </a:lnTo>
                    <a:lnTo>
                      <a:pt x="1096" y="1280"/>
                    </a:lnTo>
                    <a:lnTo>
                      <a:pt x="1080" y="1356"/>
                    </a:lnTo>
                    <a:lnTo>
                      <a:pt x="1068" y="1434"/>
                    </a:lnTo>
                    <a:lnTo>
                      <a:pt x="1058" y="1514"/>
                    </a:lnTo>
                    <a:lnTo>
                      <a:pt x="1022" y="1508"/>
                    </a:lnTo>
                    <a:lnTo>
                      <a:pt x="984" y="1504"/>
                    </a:lnTo>
                    <a:lnTo>
                      <a:pt x="946" y="1500"/>
                    </a:lnTo>
                    <a:lnTo>
                      <a:pt x="908" y="1500"/>
                    </a:lnTo>
                    <a:lnTo>
                      <a:pt x="860" y="1502"/>
                    </a:lnTo>
                    <a:lnTo>
                      <a:pt x="814" y="1504"/>
                    </a:lnTo>
                    <a:lnTo>
                      <a:pt x="770" y="1510"/>
                    </a:lnTo>
                    <a:lnTo>
                      <a:pt x="724" y="1518"/>
                    </a:lnTo>
                    <a:lnTo>
                      <a:pt x="680" y="1528"/>
                    </a:lnTo>
                    <a:lnTo>
                      <a:pt x="638" y="1540"/>
                    </a:lnTo>
                    <a:lnTo>
                      <a:pt x="596" y="1556"/>
                    </a:lnTo>
                    <a:lnTo>
                      <a:pt x="554" y="1572"/>
                    </a:lnTo>
                    <a:lnTo>
                      <a:pt x="514" y="1590"/>
                    </a:lnTo>
                    <a:lnTo>
                      <a:pt x="474" y="1610"/>
                    </a:lnTo>
                    <a:lnTo>
                      <a:pt x="436" y="1632"/>
                    </a:lnTo>
                    <a:lnTo>
                      <a:pt x="400" y="1656"/>
                    </a:lnTo>
                    <a:lnTo>
                      <a:pt x="364" y="1680"/>
                    </a:lnTo>
                    <a:lnTo>
                      <a:pt x="330" y="1708"/>
                    </a:lnTo>
                    <a:lnTo>
                      <a:pt x="296" y="1736"/>
                    </a:lnTo>
                    <a:lnTo>
                      <a:pt x="266" y="1766"/>
                    </a:lnTo>
                    <a:lnTo>
                      <a:pt x="236" y="1798"/>
                    </a:lnTo>
                    <a:lnTo>
                      <a:pt x="206" y="1830"/>
                    </a:lnTo>
                    <a:lnTo>
                      <a:pt x="180" y="1864"/>
                    </a:lnTo>
                    <a:lnTo>
                      <a:pt x="154" y="1900"/>
                    </a:lnTo>
                    <a:lnTo>
                      <a:pt x="130" y="1938"/>
                    </a:lnTo>
                    <a:lnTo>
                      <a:pt x="110" y="1976"/>
                    </a:lnTo>
                    <a:lnTo>
                      <a:pt x="90" y="2014"/>
                    </a:lnTo>
                    <a:lnTo>
                      <a:pt x="70" y="2054"/>
                    </a:lnTo>
                    <a:lnTo>
                      <a:pt x="54" y="2096"/>
                    </a:lnTo>
                    <a:lnTo>
                      <a:pt x="40" y="2138"/>
                    </a:lnTo>
                    <a:lnTo>
                      <a:pt x="28" y="2182"/>
                    </a:lnTo>
                    <a:lnTo>
                      <a:pt x="18" y="2224"/>
                    </a:lnTo>
                    <a:lnTo>
                      <a:pt x="10" y="2270"/>
                    </a:lnTo>
                    <a:lnTo>
                      <a:pt x="4" y="2316"/>
                    </a:lnTo>
                    <a:lnTo>
                      <a:pt x="0" y="2362"/>
                    </a:lnTo>
                    <a:lnTo>
                      <a:pt x="0" y="2408"/>
                    </a:lnTo>
                    <a:lnTo>
                      <a:pt x="0" y="2454"/>
                    </a:lnTo>
                    <a:lnTo>
                      <a:pt x="4" y="2500"/>
                    </a:lnTo>
                    <a:lnTo>
                      <a:pt x="10" y="2546"/>
                    </a:lnTo>
                    <a:lnTo>
                      <a:pt x="18" y="2590"/>
                    </a:lnTo>
                    <a:lnTo>
                      <a:pt x="28" y="2634"/>
                    </a:lnTo>
                    <a:lnTo>
                      <a:pt x="40" y="2678"/>
                    </a:lnTo>
                    <a:lnTo>
                      <a:pt x="54" y="2720"/>
                    </a:lnTo>
                    <a:lnTo>
                      <a:pt x="70" y="2762"/>
                    </a:lnTo>
                    <a:lnTo>
                      <a:pt x="90" y="2802"/>
                    </a:lnTo>
                    <a:lnTo>
                      <a:pt x="110" y="2840"/>
                    </a:lnTo>
                    <a:lnTo>
                      <a:pt x="130" y="2878"/>
                    </a:lnTo>
                    <a:lnTo>
                      <a:pt x="154" y="2916"/>
                    </a:lnTo>
                    <a:lnTo>
                      <a:pt x="180" y="2952"/>
                    </a:lnTo>
                    <a:lnTo>
                      <a:pt x="206" y="2986"/>
                    </a:lnTo>
                    <a:lnTo>
                      <a:pt x="236" y="3018"/>
                    </a:lnTo>
                    <a:lnTo>
                      <a:pt x="266" y="3050"/>
                    </a:lnTo>
                    <a:lnTo>
                      <a:pt x="296" y="3080"/>
                    </a:lnTo>
                    <a:lnTo>
                      <a:pt x="330" y="3108"/>
                    </a:lnTo>
                    <a:lnTo>
                      <a:pt x="364" y="3136"/>
                    </a:lnTo>
                    <a:lnTo>
                      <a:pt x="400" y="3160"/>
                    </a:lnTo>
                    <a:lnTo>
                      <a:pt x="436" y="3184"/>
                    </a:lnTo>
                    <a:lnTo>
                      <a:pt x="474" y="3206"/>
                    </a:lnTo>
                    <a:lnTo>
                      <a:pt x="514" y="3226"/>
                    </a:lnTo>
                    <a:lnTo>
                      <a:pt x="554" y="3244"/>
                    </a:lnTo>
                    <a:lnTo>
                      <a:pt x="596" y="3260"/>
                    </a:lnTo>
                    <a:lnTo>
                      <a:pt x="638" y="3276"/>
                    </a:lnTo>
                    <a:lnTo>
                      <a:pt x="680" y="3288"/>
                    </a:lnTo>
                    <a:lnTo>
                      <a:pt x="724" y="3298"/>
                    </a:lnTo>
                    <a:lnTo>
                      <a:pt x="770" y="3306"/>
                    </a:lnTo>
                    <a:lnTo>
                      <a:pt x="814" y="3312"/>
                    </a:lnTo>
                    <a:lnTo>
                      <a:pt x="860" y="3314"/>
                    </a:lnTo>
                    <a:lnTo>
                      <a:pt x="908" y="3316"/>
                    </a:lnTo>
                    <a:lnTo>
                      <a:pt x="5486" y="3316"/>
                    </a:lnTo>
                    <a:lnTo>
                      <a:pt x="5520" y="3316"/>
                    </a:lnTo>
                    <a:lnTo>
                      <a:pt x="5554" y="3312"/>
                    </a:lnTo>
                    <a:lnTo>
                      <a:pt x="5588" y="3308"/>
                    </a:lnTo>
                    <a:lnTo>
                      <a:pt x="5620" y="3302"/>
                    </a:lnTo>
                    <a:lnTo>
                      <a:pt x="5652" y="3294"/>
                    </a:lnTo>
                    <a:lnTo>
                      <a:pt x="5684" y="3286"/>
                    </a:lnTo>
                    <a:lnTo>
                      <a:pt x="5716" y="3276"/>
                    </a:lnTo>
                    <a:lnTo>
                      <a:pt x="5746" y="3264"/>
                    </a:lnTo>
                    <a:lnTo>
                      <a:pt x="5776" y="3250"/>
                    </a:lnTo>
                    <a:lnTo>
                      <a:pt x="5804" y="3236"/>
                    </a:lnTo>
                    <a:lnTo>
                      <a:pt x="5832" y="3220"/>
                    </a:lnTo>
                    <a:lnTo>
                      <a:pt x="5860" y="3202"/>
                    </a:lnTo>
                    <a:lnTo>
                      <a:pt x="5886" y="3184"/>
                    </a:lnTo>
                    <a:lnTo>
                      <a:pt x="5910" y="3164"/>
                    </a:lnTo>
                    <a:lnTo>
                      <a:pt x="5934" y="3142"/>
                    </a:lnTo>
                    <a:lnTo>
                      <a:pt x="5958" y="3120"/>
                    </a:lnTo>
                    <a:lnTo>
                      <a:pt x="5980" y="3096"/>
                    </a:lnTo>
                    <a:lnTo>
                      <a:pt x="6002" y="3072"/>
                    </a:lnTo>
                    <a:lnTo>
                      <a:pt x="6022" y="3048"/>
                    </a:lnTo>
                    <a:lnTo>
                      <a:pt x="6040" y="3022"/>
                    </a:lnTo>
                    <a:lnTo>
                      <a:pt x="6058" y="2994"/>
                    </a:lnTo>
                    <a:lnTo>
                      <a:pt x="6074" y="2966"/>
                    </a:lnTo>
                    <a:lnTo>
                      <a:pt x="6088" y="2938"/>
                    </a:lnTo>
                    <a:lnTo>
                      <a:pt x="6102" y="2908"/>
                    </a:lnTo>
                    <a:lnTo>
                      <a:pt x="6114" y="2878"/>
                    </a:lnTo>
                    <a:lnTo>
                      <a:pt x="6124" y="2846"/>
                    </a:lnTo>
                    <a:lnTo>
                      <a:pt x="6134" y="2814"/>
                    </a:lnTo>
                    <a:lnTo>
                      <a:pt x="6140" y="2782"/>
                    </a:lnTo>
                    <a:lnTo>
                      <a:pt x="6146" y="2748"/>
                    </a:lnTo>
                    <a:lnTo>
                      <a:pt x="6150" y="2716"/>
                    </a:lnTo>
                    <a:lnTo>
                      <a:pt x="6154" y="2682"/>
                    </a:lnTo>
                    <a:lnTo>
                      <a:pt x="6154" y="2646"/>
                    </a:lnTo>
                    <a:lnTo>
                      <a:pt x="6154" y="2614"/>
                    </a:lnTo>
                    <a:lnTo>
                      <a:pt x="6150" y="2580"/>
                    </a:lnTo>
                    <a:lnTo>
                      <a:pt x="6146" y="2548"/>
                    </a:lnTo>
                    <a:lnTo>
                      <a:pt x="6142" y="2516"/>
                    </a:lnTo>
                    <a:lnTo>
                      <a:pt x="6134" y="2484"/>
                    </a:lnTo>
                    <a:lnTo>
                      <a:pt x="6126" y="2452"/>
                    </a:lnTo>
                    <a:lnTo>
                      <a:pt x="6116" y="2422"/>
                    </a:lnTo>
                    <a:lnTo>
                      <a:pt x="6104" y="2392"/>
                    </a:lnTo>
                    <a:lnTo>
                      <a:pt x="6092" y="2364"/>
                    </a:lnTo>
                    <a:lnTo>
                      <a:pt x="6078" y="2336"/>
                    </a:lnTo>
                    <a:lnTo>
                      <a:pt x="6062" y="2308"/>
                    </a:lnTo>
                    <a:lnTo>
                      <a:pt x="6046" y="2282"/>
                    </a:lnTo>
                    <a:lnTo>
                      <a:pt x="6028" y="2256"/>
                    </a:lnTo>
                    <a:lnTo>
                      <a:pt x="6008" y="2230"/>
                    </a:lnTo>
                    <a:lnTo>
                      <a:pt x="5988" y="2206"/>
                    </a:lnTo>
                    <a:lnTo>
                      <a:pt x="5968" y="2184"/>
                    </a:lnTo>
                    <a:lnTo>
                      <a:pt x="5946" y="2162"/>
                    </a:lnTo>
                    <a:lnTo>
                      <a:pt x="5922" y="2140"/>
                    </a:lnTo>
                    <a:lnTo>
                      <a:pt x="5898" y="2120"/>
                    </a:lnTo>
                    <a:lnTo>
                      <a:pt x="5872" y="2102"/>
                    </a:lnTo>
                    <a:lnTo>
                      <a:pt x="5846" y="2084"/>
                    </a:lnTo>
                    <a:lnTo>
                      <a:pt x="5820" y="2068"/>
                    </a:lnTo>
                    <a:lnTo>
                      <a:pt x="5792" y="2054"/>
                    </a:lnTo>
                    <a:lnTo>
                      <a:pt x="5764" y="2040"/>
                    </a:lnTo>
                    <a:lnTo>
                      <a:pt x="5734" y="2026"/>
                    </a:lnTo>
                    <a:lnTo>
                      <a:pt x="5704" y="2016"/>
                    </a:lnTo>
                    <a:lnTo>
                      <a:pt x="5674" y="2006"/>
                    </a:lnTo>
                    <a:lnTo>
                      <a:pt x="5642" y="1998"/>
                    </a:lnTo>
                    <a:lnTo>
                      <a:pt x="5612" y="1990"/>
                    </a:lnTo>
                    <a:lnTo>
                      <a:pt x="5578" y="1986"/>
                    </a:lnTo>
                    <a:lnTo>
                      <a:pt x="5546" y="1982"/>
                    </a:lnTo>
                    <a:lnTo>
                      <a:pt x="5512" y="198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1270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00"/>
                  <a:buFont typeface="Arial"/>
                  <a:buNone/>
                </a:pPr>
                <a:r>
                  <a:t/>
                </a:r>
                <a:endParaRPr b="0" i="0" sz="500" u="none" cap="none" strike="noStrike">
                  <a:solidFill>
                    <a:srgbClr val="1D1D1A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844" name="Google Shape;844;g31ed28cfa71_0_477"/>
              <p:cNvSpPr/>
              <p:nvPr/>
            </p:nvSpPr>
            <p:spPr>
              <a:xfrm>
                <a:off x="1683050" y="2632053"/>
                <a:ext cx="1908586" cy="1160509"/>
              </a:xfrm>
              <a:custGeom>
                <a:rect b="b" l="l" r="r" t="t"/>
                <a:pathLst>
                  <a:path extrusionOk="0" h="3316" w="6154">
                    <a:moveTo>
                      <a:pt x="5512" y="1980"/>
                    </a:moveTo>
                    <a:lnTo>
                      <a:pt x="5512" y="1980"/>
                    </a:lnTo>
                    <a:lnTo>
                      <a:pt x="5504" y="1928"/>
                    </a:lnTo>
                    <a:lnTo>
                      <a:pt x="5492" y="1876"/>
                    </a:lnTo>
                    <a:lnTo>
                      <a:pt x="5478" y="1826"/>
                    </a:lnTo>
                    <a:lnTo>
                      <a:pt x="5462" y="1778"/>
                    </a:lnTo>
                    <a:lnTo>
                      <a:pt x="5446" y="1730"/>
                    </a:lnTo>
                    <a:lnTo>
                      <a:pt x="5426" y="1682"/>
                    </a:lnTo>
                    <a:lnTo>
                      <a:pt x="5404" y="1636"/>
                    </a:lnTo>
                    <a:lnTo>
                      <a:pt x="5380" y="1592"/>
                    </a:lnTo>
                    <a:lnTo>
                      <a:pt x="5354" y="1548"/>
                    </a:lnTo>
                    <a:lnTo>
                      <a:pt x="5326" y="1506"/>
                    </a:lnTo>
                    <a:lnTo>
                      <a:pt x="5296" y="1466"/>
                    </a:lnTo>
                    <a:lnTo>
                      <a:pt x="5266" y="1426"/>
                    </a:lnTo>
                    <a:lnTo>
                      <a:pt x="5234" y="1388"/>
                    </a:lnTo>
                    <a:lnTo>
                      <a:pt x="5198" y="1350"/>
                    </a:lnTo>
                    <a:lnTo>
                      <a:pt x="5162" y="1316"/>
                    </a:lnTo>
                    <a:lnTo>
                      <a:pt x="5126" y="1282"/>
                    </a:lnTo>
                    <a:lnTo>
                      <a:pt x="5086" y="1250"/>
                    </a:lnTo>
                    <a:lnTo>
                      <a:pt x="5046" y="1220"/>
                    </a:lnTo>
                    <a:lnTo>
                      <a:pt x="5006" y="1190"/>
                    </a:lnTo>
                    <a:lnTo>
                      <a:pt x="4962" y="1164"/>
                    </a:lnTo>
                    <a:lnTo>
                      <a:pt x="4918" y="1138"/>
                    </a:lnTo>
                    <a:lnTo>
                      <a:pt x="4874" y="1116"/>
                    </a:lnTo>
                    <a:lnTo>
                      <a:pt x="4826" y="1094"/>
                    </a:lnTo>
                    <a:lnTo>
                      <a:pt x="4780" y="1074"/>
                    </a:lnTo>
                    <a:lnTo>
                      <a:pt x="4732" y="1058"/>
                    </a:lnTo>
                    <a:lnTo>
                      <a:pt x="4682" y="1042"/>
                    </a:lnTo>
                    <a:lnTo>
                      <a:pt x="4632" y="1030"/>
                    </a:lnTo>
                    <a:lnTo>
                      <a:pt x="4580" y="1020"/>
                    </a:lnTo>
                    <a:lnTo>
                      <a:pt x="4528" y="1010"/>
                    </a:lnTo>
                    <a:lnTo>
                      <a:pt x="4476" y="1004"/>
                    </a:lnTo>
                    <a:lnTo>
                      <a:pt x="4422" y="1002"/>
                    </a:lnTo>
                    <a:lnTo>
                      <a:pt x="4368" y="1000"/>
                    </a:lnTo>
                    <a:lnTo>
                      <a:pt x="4368" y="1000"/>
                    </a:lnTo>
                    <a:lnTo>
                      <a:pt x="4302" y="1002"/>
                    </a:lnTo>
                    <a:lnTo>
                      <a:pt x="4236" y="1008"/>
                    </a:lnTo>
                    <a:lnTo>
                      <a:pt x="4236" y="1008"/>
                    </a:lnTo>
                    <a:lnTo>
                      <a:pt x="4212" y="952"/>
                    </a:lnTo>
                    <a:lnTo>
                      <a:pt x="4184" y="898"/>
                    </a:lnTo>
                    <a:lnTo>
                      <a:pt x="4156" y="846"/>
                    </a:lnTo>
                    <a:lnTo>
                      <a:pt x="4126" y="794"/>
                    </a:lnTo>
                    <a:lnTo>
                      <a:pt x="4094" y="744"/>
                    </a:lnTo>
                    <a:lnTo>
                      <a:pt x="4060" y="694"/>
                    </a:lnTo>
                    <a:lnTo>
                      <a:pt x="4024" y="646"/>
                    </a:lnTo>
                    <a:lnTo>
                      <a:pt x="3988" y="600"/>
                    </a:lnTo>
                    <a:lnTo>
                      <a:pt x="3948" y="554"/>
                    </a:lnTo>
                    <a:lnTo>
                      <a:pt x="3908" y="512"/>
                    </a:lnTo>
                    <a:lnTo>
                      <a:pt x="3866" y="470"/>
                    </a:lnTo>
                    <a:lnTo>
                      <a:pt x="3822" y="428"/>
                    </a:lnTo>
                    <a:lnTo>
                      <a:pt x="3778" y="390"/>
                    </a:lnTo>
                    <a:lnTo>
                      <a:pt x="3732" y="352"/>
                    </a:lnTo>
                    <a:lnTo>
                      <a:pt x="3684" y="316"/>
                    </a:lnTo>
                    <a:lnTo>
                      <a:pt x="3636" y="282"/>
                    </a:lnTo>
                    <a:lnTo>
                      <a:pt x="3586" y="248"/>
                    </a:lnTo>
                    <a:lnTo>
                      <a:pt x="3534" y="218"/>
                    </a:lnTo>
                    <a:lnTo>
                      <a:pt x="3482" y="190"/>
                    </a:lnTo>
                    <a:lnTo>
                      <a:pt x="3428" y="162"/>
                    </a:lnTo>
                    <a:lnTo>
                      <a:pt x="3372" y="138"/>
                    </a:lnTo>
                    <a:lnTo>
                      <a:pt x="3316" y="114"/>
                    </a:lnTo>
                    <a:lnTo>
                      <a:pt x="3260" y="92"/>
                    </a:lnTo>
                    <a:lnTo>
                      <a:pt x="3202" y="74"/>
                    </a:lnTo>
                    <a:lnTo>
                      <a:pt x="3144" y="56"/>
                    </a:lnTo>
                    <a:lnTo>
                      <a:pt x="3084" y="42"/>
                    </a:lnTo>
                    <a:lnTo>
                      <a:pt x="3024" y="30"/>
                    </a:lnTo>
                    <a:lnTo>
                      <a:pt x="2962" y="18"/>
                    </a:lnTo>
                    <a:lnTo>
                      <a:pt x="2900" y="10"/>
                    </a:lnTo>
                    <a:lnTo>
                      <a:pt x="2838" y="4"/>
                    </a:lnTo>
                    <a:lnTo>
                      <a:pt x="2774" y="0"/>
                    </a:lnTo>
                    <a:lnTo>
                      <a:pt x="2710" y="0"/>
                    </a:lnTo>
                    <a:lnTo>
                      <a:pt x="2710" y="0"/>
                    </a:lnTo>
                    <a:lnTo>
                      <a:pt x="2630" y="2"/>
                    </a:lnTo>
                    <a:lnTo>
                      <a:pt x="2550" y="8"/>
                    </a:lnTo>
                    <a:lnTo>
                      <a:pt x="2472" y="16"/>
                    </a:lnTo>
                    <a:lnTo>
                      <a:pt x="2394" y="30"/>
                    </a:lnTo>
                    <a:lnTo>
                      <a:pt x="2318" y="46"/>
                    </a:lnTo>
                    <a:lnTo>
                      <a:pt x="2242" y="66"/>
                    </a:lnTo>
                    <a:lnTo>
                      <a:pt x="2168" y="90"/>
                    </a:lnTo>
                    <a:lnTo>
                      <a:pt x="2096" y="116"/>
                    </a:lnTo>
                    <a:lnTo>
                      <a:pt x="2026" y="146"/>
                    </a:lnTo>
                    <a:lnTo>
                      <a:pt x="1958" y="180"/>
                    </a:lnTo>
                    <a:lnTo>
                      <a:pt x="1892" y="216"/>
                    </a:lnTo>
                    <a:lnTo>
                      <a:pt x="1826" y="256"/>
                    </a:lnTo>
                    <a:lnTo>
                      <a:pt x="1764" y="296"/>
                    </a:lnTo>
                    <a:lnTo>
                      <a:pt x="1702" y="342"/>
                    </a:lnTo>
                    <a:lnTo>
                      <a:pt x="1644" y="388"/>
                    </a:lnTo>
                    <a:lnTo>
                      <a:pt x="1586" y="438"/>
                    </a:lnTo>
                    <a:lnTo>
                      <a:pt x="1532" y="490"/>
                    </a:lnTo>
                    <a:lnTo>
                      <a:pt x="1480" y="546"/>
                    </a:lnTo>
                    <a:lnTo>
                      <a:pt x="1432" y="602"/>
                    </a:lnTo>
                    <a:lnTo>
                      <a:pt x="1386" y="662"/>
                    </a:lnTo>
                    <a:lnTo>
                      <a:pt x="1340" y="724"/>
                    </a:lnTo>
                    <a:lnTo>
                      <a:pt x="1300" y="786"/>
                    </a:lnTo>
                    <a:lnTo>
                      <a:pt x="1262" y="852"/>
                    </a:lnTo>
                    <a:lnTo>
                      <a:pt x="1226" y="920"/>
                    </a:lnTo>
                    <a:lnTo>
                      <a:pt x="1194" y="988"/>
                    </a:lnTo>
                    <a:lnTo>
                      <a:pt x="1164" y="1058"/>
                    </a:lnTo>
                    <a:lnTo>
                      <a:pt x="1138" y="1132"/>
                    </a:lnTo>
                    <a:lnTo>
                      <a:pt x="1116" y="1204"/>
                    </a:lnTo>
                    <a:lnTo>
                      <a:pt x="1096" y="1280"/>
                    </a:lnTo>
                    <a:lnTo>
                      <a:pt x="1080" y="1356"/>
                    </a:lnTo>
                    <a:lnTo>
                      <a:pt x="1068" y="1434"/>
                    </a:lnTo>
                    <a:lnTo>
                      <a:pt x="1058" y="1514"/>
                    </a:lnTo>
                    <a:lnTo>
                      <a:pt x="1058" y="1514"/>
                    </a:lnTo>
                    <a:lnTo>
                      <a:pt x="1022" y="1508"/>
                    </a:lnTo>
                    <a:lnTo>
                      <a:pt x="984" y="1504"/>
                    </a:lnTo>
                    <a:lnTo>
                      <a:pt x="946" y="1500"/>
                    </a:lnTo>
                    <a:lnTo>
                      <a:pt x="908" y="1500"/>
                    </a:lnTo>
                    <a:lnTo>
                      <a:pt x="908" y="1500"/>
                    </a:lnTo>
                    <a:lnTo>
                      <a:pt x="860" y="1502"/>
                    </a:lnTo>
                    <a:lnTo>
                      <a:pt x="814" y="1504"/>
                    </a:lnTo>
                    <a:lnTo>
                      <a:pt x="770" y="1510"/>
                    </a:lnTo>
                    <a:lnTo>
                      <a:pt x="724" y="1518"/>
                    </a:lnTo>
                    <a:lnTo>
                      <a:pt x="680" y="1528"/>
                    </a:lnTo>
                    <a:lnTo>
                      <a:pt x="638" y="1540"/>
                    </a:lnTo>
                    <a:lnTo>
                      <a:pt x="596" y="1556"/>
                    </a:lnTo>
                    <a:lnTo>
                      <a:pt x="554" y="1572"/>
                    </a:lnTo>
                    <a:lnTo>
                      <a:pt x="514" y="1590"/>
                    </a:lnTo>
                    <a:lnTo>
                      <a:pt x="474" y="1610"/>
                    </a:lnTo>
                    <a:lnTo>
                      <a:pt x="436" y="1632"/>
                    </a:lnTo>
                    <a:lnTo>
                      <a:pt x="400" y="1656"/>
                    </a:lnTo>
                    <a:lnTo>
                      <a:pt x="364" y="1680"/>
                    </a:lnTo>
                    <a:lnTo>
                      <a:pt x="330" y="1708"/>
                    </a:lnTo>
                    <a:lnTo>
                      <a:pt x="296" y="1736"/>
                    </a:lnTo>
                    <a:lnTo>
                      <a:pt x="266" y="1766"/>
                    </a:lnTo>
                    <a:lnTo>
                      <a:pt x="236" y="1798"/>
                    </a:lnTo>
                    <a:lnTo>
                      <a:pt x="206" y="1830"/>
                    </a:lnTo>
                    <a:lnTo>
                      <a:pt x="180" y="1864"/>
                    </a:lnTo>
                    <a:lnTo>
                      <a:pt x="154" y="1900"/>
                    </a:lnTo>
                    <a:lnTo>
                      <a:pt x="130" y="1938"/>
                    </a:lnTo>
                    <a:lnTo>
                      <a:pt x="110" y="1976"/>
                    </a:lnTo>
                    <a:lnTo>
                      <a:pt x="90" y="2014"/>
                    </a:lnTo>
                    <a:lnTo>
                      <a:pt x="70" y="2054"/>
                    </a:lnTo>
                    <a:lnTo>
                      <a:pt x="54" y="2096"/>
                    </a:lnTo>
                    <a:lnTo>
                      <a:pt x="40" y="2138"/>
                    </a:lnTo>
                    <a:lnTo>
                      <a:pt x="28" y="2182"/>
                    </a:lnTo>
                    <a:lnTo>
                      <a:pt x="18" y="2224"/>
                    </a:lnTo>
                    <a:lnTo>
                      <a:pt x="10" y="2270"/>
                    </a:lnTo>
                    <a:lnTo>
                      <a:pt x="4" y="2316"/>
                    </a:lnTo>
                    <a:lnTo>
                      <a:pt x="0" y="2362"/>
                    </a:lnTo>
                    <a:lnTo>
                      <a:pt x="0" y="2408"/>
                    </a:lnTo>
                    <a:lnTo>
                      <a:pt x="0" y="2408"/>
                    </a:lnTo>
                    <a:lnTo>
                      <a:pt x="0" y="2454"/>
                    </a:lnTo>
                    <a:lnTo>
                      <a:pt x="4" y="2500"/>
                    </a:lnTo>
                    <a:lnTo>
                      <a:pt x="10" y="2546"/>
                    </a:lnTo>
                    <a:lnTo>
                      <a:pt x="18" y="2590"/>
                    </a:lnTo>
                    <a:lnTo>
                      <a:pt x="28" y="2634"/>
                    </a:lnTo>
                    <a:lnTo>
                      <a:pt x="40" y="2678"/>
                    </a:lnTo>
                    <a:lnTo>
                      <a:pt x="54" y="2720"/>
                    </a:lnTo>
                    <a:lnTo>
                      <a:pt x="70" y="2762"/>
                    </a:lnTo>
                    <a:lnTo>
                      <a:pt x="90" y="2802"/>
                    </a:lnTo>
                    <a:lnTo>
                      <a:pt x="110" y="2840"/>
                    </a:lnTo>
                    <a:lnTo>
                      <a:pt x="130" y="2878"/>
                    </a:lnTo>
                    <a:lnTo>
                      <a:pt x="154" y="2916"/>
                    </a:lnTo>
                    <a:lnTo>
                      <a:pt x="180" y="2952"/>
                    </a:lnTo>
                    <a:lnTo>
                      <a:pt x="206" y="2986"/>
                    </a:lnTo>
                    <a:lnTo>
                      <a:pt x="236" y="3018"/>
                    </a:lnTo>
                    <a:lnTo>
                      <a:pt x="266" y="3050"/>
                    </a:lnTo>
                    <a:lnTo>
                      <a:pt x="296" y="3080"/>
                    </a:lnTo>
                    <a:lnTo>
                      <a:pt x="330" y="3108"/>
                    </a:lnTo>
                    <a:lnTo>
                      <a:pt x="364" y="3136"/>
                    </a:lnTo>
                    <a:lnTo>
                      <a:pt x="400" y="3160"/>
                    </a:lnTo>
                    <a:lnTo>
                      <a:pt x="436" y="3184"/>
                    </a:lnTo>
                    <a:lnTo>
                      <a:pt x="474" y="3206"/>
                    </a:lnTo>
                    <a:lnTo>
                      <a:pt x="514" y="3226"/>
                    </a:lnTo>
                    <a:lnTo>
                      <a:pt x="554" y="3244"/>
                    </a:lnTo>
                    <a:lnTo>
                      <a:pt x="596" y="3260"/>
                    </a:lnTo>
                    <a:lnTo>
                      <a:pt x="638" y="3276"/>
                    </a:lnTo>
                    <a:lnTo>
                      <a:pt x="680" y="3288"/>
                    </a:lnTo>
                    <a:lnTo>
                      <a:pt x="724" y="3298"/>
                    </a:lnTo>
                    <a:lnTo>
                      <a:pt x="770" y="3306"/>
                    </a:lnTo>
                    <a:lnTo>
                      <a:pt x="814" y="3312"/>
                    </a:lnTo>
                    <a:lnTo>
                      <a:pt x="860" y="3314"/>
                    </a:lnTo>
                    <a:lnTo>
                      <a:pt x="908" y="3316"/>
                    </a:lnTo>
                    <a:lnTo>
                      <a:pt x="5486" y="3316"/>
                    </a:lnTo>
                    <a:lnTo>
                      <a:pt x="5486" y="3316"/>
                    </a:lnTo>
                    <a:lnTo>
                      <a:pt x="5520" y="3316"/>
                    </a:lnTo>
                    <a:lnTo>
                      <a:pt x="5554" y="3312"/>
                    </a:lnTo>
                    <a:lnTo>
                      <a:pt x="5588" y="3308"/>
                    </a:lnTo>
                    <a:lnTo>
                      <a:pt x="5620" y="3302"/>
                    </a:lnTo>
                    <a:lnTo>
                      <a:pt x="5652" y="3294"/>
                    </a:lnTo>
                    <a:lnTo>
                      <a:pt x="5684" y="3286"/>
                    </a:lnTo>
                    <a:lnTo>
                      <a:pt x="5716" y="3276"/>
                    </a:lnTo>
                    <a:lnTo>
                      <a:pt x="5746" y="3264"/>
                    </a:lnTo>
                    <a:lnTo>
                      <a:pt x="5776" y="3250"/>
                    </a:lnTo>
                    <a:lnTo>
                      <a:pt x="5804" y="3236"/>
                    </a:lnTo>
                    <a:lnTo>
                      <a:pt x="5832" y="3220"/>
                    </a:lnTo>
                    <a:lnTo>
                      <a:pt x="5860" y="3202"/>
                    </a:lnTo>
                    <a:lnTo>
                      <a:pt x="5886" y="3184"/>
                    </a:lnTo>
                    <a:lnTo>
                      <a:pt x="5910" y="3164"/>
                    </a:lnTo>
                    <a:lnTo>
                      <a:pt x="5934" y="3142"/>
                    </a:lnTo>
                    <a:lnTo>
                      <a:pt x="5958" y="3120"/>
                    </a:lnTo>
                    <a:lnTo>
                      <a:pt x="5980" y="3096"/>
                    </a:lnTo>
                    <a:lnTo>
                      <a:pt x="6002" y="3072"/>
                    </a:lnTo>
                    <a:lnTo>
                      <a:pt x="6022" y="3048"/>
                    </a:lnTo>
                    <a:lnTo>
                      <a:pt x="6040" y="3022"/>
                    </a:lnTo>
                    <a:lnTo>
                      <a:pt x="6058" y="2994"/>
                    </a:lnTo>
                    <a:lnTo>
                      <a:pt x="6074" y="2966"/>
                    </a:lnTo>
                    <a:lnTo>
                      <a:pt x="6088" y="2938"/>
                    </a:lnTo>
                    <a:lnTo>
                      <a:pt x="6102" y="2908"/>
                    </a:lnTo>
                    <a:lnTo>
                      <a:pt x="6114" y="2878"/>
                    </a:lnTo>
                    <a:lnTo>
                      <a:pt x="6124" y="2846"/>
                    </a:lnTo>
                    <a:lnTo>
                      <a:pt x="6134" y="2814"/>
                    </a:lnTo>
                    <a:lnTo>
                      <a:pt x="6140" y="2782"/>
                    </a:lnTo>
                    <a:lnTo>
                      <a:pt x="6146" y="2748"/>
                    </a:lnTo>
                    <a:lnTo>
                      <a:pt x="6150" y="2716"/>
                    </a:lnTo>
                    <a:lnTo>
                      <a:pt x="6154" y="2682"/>
                    </a:lnTo>
                    <a:lnTo>
                      <a:pt x="6154" y="2646"/>
                    </a:lnTo>
                    <a:lnTo>
                      <a:pt x="6154" y="2646"/>
                    </a:lnTo>
                    <a:lnTo>
                      <a:pt x="6154" y="2614"/>
                    </a:lnTo>
                    <a:lnTo>
                      <a:pt x="6150" y="2580"/>
                    </a:lnTo>
                    <a:lnTo>
                      <a:pt x="6146" y="2548"/>
                    </a:lnTo>
                    <a:lnTo>
                      <a:pt x="6142" y="2516"/>
                    </a:lnTo>
                    <a:lnTo>
                      <a:pt x="6134" y="2484"/>
                    </a:lnTo>
                    <a:lnTo>
                      <a:pt x="6126" y="2452"/>
                    </a:lnTo>
                    <a:lnTo>
                      <a:pt x="6116" y="2422"/>
                    </a:lnTo>
                    <a:lnTo>
                      <a:pt x="6104" y="2392"/>
                    </a:lnTo>
                    <a:lnTo>
                      <a:pt x="6092" y="2364"/>
                    </a:lnTo>
                    <a:lnTo>
                      <a:pt x="6078" y="2336"/>
                    </a:lnTo>
                    <a:lnTo>
                      <a:pt x="6062" y="2308"/>
                    </a:lnTo>
                    <a:lnTo>
                      <a:pt x="6046" y="2282"/>
                    </a:lnTo>
                    <a:lnTo>
                      <a:pt x="6028" y="2256"/>
                    </a:lnTo>
                    <a:lnTo>
                      <a:pt x="6008" y="2230"/>
                    </a:lnTo>
                    <a:lnTo>
                      <a:pt x="5988" y="2206"/>
                    </a:lnTo>
                    <a:lnTo>
                      <a:pt x="5968" y="2184"/>
                    </a:lnTo>
                    <a:lnTo>
                      <a:pt x="5946" y="2162"/>
                    </a:lnTo>
                    <a:lnTo>
                      <a:pt x="5922" y="2140"/>
                    </a:lnTo>
                    <a:lnTo>
                      <a:pt x="5898" y="2120"/>
                    </a:lnTo>
                    <a:lnTo>
                      <a:pt x="5872" y="2102"/>
                    </a:lnTo>
                    <a:lnTo>
                      <a:pt x="5846" y="2084"/>
                    </a:lnTo>
                    <a:lnTo>
                      <a:pt x="5820" y="2068"/>
                    </a:lnTo>
                    <a:lnTo>
                      <a:pt x="5792" y="2054"/>
                    </a:lnTo>
                    <a:lnTo>
                      <a:pt x="5764" y="2040"/>
                    </a:lnTo>
                    <a:lnTo>
                      <a:pt x="5734" y="2026"/>
                    </a:lnTo>
                    <a:lnTo>
                      <a:pt x="5704" y="2016"/>
                    </a:lnTo>
                    <a:lnTo>
                      <a:pt x="5674" y="2006"/>
                    </a:lnTo>
                    <a:lnTo>
                      <a:pt x="5642" y="1998"/>
                    </a:lnTo>
                    <a:lnTo>
                      <a:pt x="5612" y="1990"/>
                    </a:lnTo>
                    <a:lnTo>
                      <a:pt x="5578" y="1986"/>
                    </a:lnTo>
                    <a:lnTo>
                      <a:pt x="5546" y="1982"/>
                    </a:lnTo>
                    <a:lnTo>
                      <a:pt x="5512" y="1980"/>
                    </a:lnTo>
                    <a:lnTo>
                      <a:pt x="5512" y="1980"/>
                    </a:ln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0"/>
                    </a:srgbClr>
                  </a:gs>
                  <a:gs pos="100000">
                    <a:srgbClr val="D8D8D8">
                      <a:alpha val="50980"/>
                    </a:srgbClr>
                  </a:gs>
                </a:gsLst>
                <a:lin ang="5400012" scaled="0"/>
              </a:gradFill>
              <a:ln cap="flat" cmpd="sng" w="12700">
                <a:solidFill>
                  <a:srgbClr val="D8D8D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"/>
                  <a:buFont typeface="Arial"/>
                  <a:buNone/>
                </a:pPr>
                <a:r>
                  <a:t/>
                </a:r>
                <a:endParaRPr b="0" i="0" sz="4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pic>
            <p:nvPicPr>
              <p:cNvPr id="822" name="Google Shape;822;g31ed28cfa71_0_47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22147" y="2707798"/>
                <a:ext cx="837834" cy="8378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s://github.com/cncf/artwork/raw/master/projects/kubernetes/horizontal/color/kubernetes-horizontal-color.png" id="845" name="Google Shape;845;g31ed28cfa71_0_47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054853" y="3562004"/>
                <a:ext cx="905128" cy="2195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Picture 19" id="846" name="Google Shape;846;g31ed28cfa71_0_477"/>
          <p:cNvPicPr preferRelativeResize="0"/>
          <p:nvPr/>
        </p:nvPicPr>
        <p:blipFill rotWithShape="1">
          <a:blip r:embed="rId10">
            <a:alphaModFix amt="60000"/>
          </a:blip>
          <a:srcRect b="0" l="0" r="0" t="0"/>
          <a:stretch/>
        </p:blipFill>
        <p:spPr>
          <a:xfrm rot="5400000">
            <a:off x="2961323" y="2682716"/>
            <a:ext cx="2187892" cy="4038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7" name="Google Shape;847;g31ed28cfa71_0_477"/>
          <p:cNvGrpSpPr/>
          <p:nvPr/>
        </p:nvGrpSpPr>
        <p:grpSpPr>
          <a:xfrm>
            <a:off x="4355664" y="1059408"/>
            <a:ext cx="4454158" cy="3900821"/>
            <a:chOff x="16608430" y="2671725"/>
            <a:chExt cx="17338101" cy="15184200"/>
          </a:xfrm>
        </p:grpSpPr>
        <p:sp>
          <p:nvSpPr>
            <p:cNvPr id="848" name="Google Shape;848;g31ed28cfa71_0_477"/>
            <p:cNvSpPr/>
            <p:nvPr/>
          </p:nvSpPr>
          <p:spPr>
            <a:xfrm>
              <a:off x="16608430" y="2671725"/>
              <a:ext cx="9298500" cy="151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Intelligent Transp</a:t>
              </a:r>
              <a:r>
                <a:rPr b="1" lang="en" sz="900">
                  <a:solidFill>
                    <a:srgbClr val="1C78CA"/>
                  </a:solidFill>
                </a:rPr>
                <a:t>o</a:t>
              </a: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ration: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China Highway ETC system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Hong Kong-Zhuhai-Macao Bridge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Ci4Rail GmbH: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Rail and Public Transportation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Smart Energy: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CNOOC Limited: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Native Offshore Oilfield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Jingying Shuzhi: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Coal Mine Brain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7000" lvl="0" marL="1651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Industrial Intelligent: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Sanlian Hope: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Flexible Visual Quality Inspection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Raisecom: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Smart Factory 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National Industrial Internet Big Data Center 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Smart CDN: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China Telecom eCloud: Smart CDN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Cloud Native Vehicle: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SAIC Maxus: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Native SOTA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LEO Satellite: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Sky Computing Constellation: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Cloud Native Satellite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Smart Campus: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XingHai-IoT: Smart Campus/Community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31ed28cfa71_0_477"/>
            <p:cNvSpPr txBox="1"/>
            <p:nvPr/>
          </p:nvSpPr>
          <p:spPr>
            <a:xfrm>
              <a:off x="26909731" y="3722802"/>
              <a:ext cx="7036800" cy="12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Financ</a:t>
              </a:r>
              <a:r>
                <a:rPr b="1" lang="en" sz="900">
                  <a:solidFill>
                    <a:srgbClr val="1C78CA"/>
                  </a:solidFill>
                </a:rPr>
                <a:t>e</a:t>
              </a: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CCB China: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Smart Bank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Smart logistics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SF Express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ZTO Express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Chemical Plant: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East Hope: </a:t>
              </a:r>
              <a:r>
                <a:rPr b="1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Digital factory</a:t>
              </a:r>
              <a:endParaRPr b="1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Power Industry: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China Southern Power Grid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Accelerators: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Vastaitech: Edge AI Accelerator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810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1C78CA"/>
                  </a:solidFill>
                  <a:latin typeface="Arial"/>
                  <a:ea typeface="Arial"/>
                  <a:cs typeface="Arial"/>
                  <a:sym typeface="Arial"/>
                </a:rPr>
                <a:t>Others:</a:t>
              </a:r>
              <a:endParaRPr b="1" i="0" sz="900" u="none" cap="none" strike="noStrike">
                <a:solidFill>
                  <a:srgbClr val="1C78C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CMCC: Smart Video Cloud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101600" marR="0" rtl="0" algn="l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CMCC: 10086.cn, customer service platform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1ed28cfa71_0_481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000">
                <a:solidFill>
                  <a:srgbClr val="FFFFFF"/>
                </a:solidFill>
              </a:rPr>
              <a:t>Cloud Native into outer space: Low Earth Orbit Satellite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855" name="Google Shape;855;g31ed28cfa71_0_4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4650"/>
            <a:ext cx="8839199" cy="326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1ed28cfa71_0_485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Cloud Native into the Sea: Smart Offshore Oilfield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861" name="Google Shape;861;g31ed28cfa71_0_4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5025"/>
            <a:ext cx="8839203" cy="315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1ed28cfa71_0_1287"/>
          <p:cNvSpPr txBox="1"/>
          <p:nvPr>
            <p:ph idx="4294967295" type="title"/>
          </p:nvPr>
        </p:nvSpPr>
        <p:spPr>
          <a:xfrm>
            <a:off x="845820" y="2409825"/>
            <a:ext cx="6534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2142"/>
              <a:buFont typeface="Play"/>
              <a:buNone/>
            </a:pPr>
            <a:r>
              <a:rPr b="1" lang="en">
                <a:solidFill>
                  <a:schemeClr val="lt1"/>
                </a:solidFill>
              </a:rPr>
              <a:t>Achievements Built on a Thriving Community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1ed28cfa71_0_493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Open Governance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872" name="Google Shape;872;g31ed28cfa71_0_4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44" y="1221581"/>
            <a:ext cx="6355078" cy="340185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g31ed28cfa71_0_493"/>
          <p:cNvSpPr txBox="1"/>
          <p:nvPr/>
        </p:nvSpPr>
        <p:spPr>
          <a:xfrm>
            <a:off x="6680391" y="1005212"/>
            <a:ext cx="14019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TSC Members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1ed28cfa71_0_493"/>
          <p:cNvSpPr txBox="1"/>
          <p:nvPr/>
        </p:nvSpPr>
        <p:spPr>
          <a:xfrm>
            <a:off x="6678486" y="2490011"/>
            <a:ext cx="14901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SIGs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1ed28cfa71_0_493"/>
          <p:cNvSpPr txBox="1"/>
          <p:nvPr/>
        </p:nvSpPr>
        <p:spPr>
          <a:xfrm>
            <a:off x="6730459" y="3801995"/>
            <a:ext cx="1344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WG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6" name="Google Shape;876;g31ed28cfa71_0_4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6159" y="1486825"/>
            <a:ext cx="1686899" cy="1111117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g31ed28cfa71_0_493"/>
          <p:cNvSpPr txBox="1"/>
          <p:nvPr/>
        </p:nvSpPr>
        <p:spPr>
          <a:xfrm>
            <a:off x="6680359" y="2949893"/>
            <a:ext cx="113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Node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Device-IOT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Networking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Scalability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Security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1ed28cfa71_0_493"/>
          <p:cNvSpPr txBox="1"/>
          <p:nvPr/>
        </p:nvSpPr>
        <p:spPr>
          <a:xfrm>
            <a:off x="6786166" y="4245634"/>
            <a:ext cx="1031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 wireless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1ed28cfa71_0_493"/>
          <p:cNvSpPr/>
          <p:nvPr/>
        </p:nvSpPr>
        <p:spPr>
          <a:xfrm>
            <a:off x="7865995" y="3547029"/>
            <a:ext cx="8691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065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 Testing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1ed28cfa71_0_493"/>
          <p:cNvSpPr/>
          <p:nvPr/>
        </p:nvSpPr>
        <p:spPr>
          <a:xfrm>
            <a:off x="7865995" y="3390749"/>
            <a:ext cx="9132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065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 Release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1ed28cfa71_0_493"/>
          <p:cNvSpPr txBox="1"/>
          <p:nvPr/>
        </p:nvSpPr>
        <p:spPr>
          <a:xfrm>
            <a:off x="7866065" y="2957947"/>
            <a:ext cx="122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Robotics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AI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✔"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 MEC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1ed28cfa71_0_497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8571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Diverse Partnerships Across Industry, Academia and Research</a:t>
            </a:r>
            <a:endParaRPr b="1" sz="3000">
              <a:solidFill>
                <a:schemeClr val="lt1"/>
              </a:solidFill>
            </a:endParaRPr>
          </a:p>
        </p:txBody>
      </p:sp>
      <p:grpSp>
        <p:nvGrpSpPr>
          <p:cNvPr id="887" name="Google Shape;887;g31ed28cfa71_0_497"/>
          <p:cNvGrpSpPr/>
          <p:nvPr/>
        </p:nvGrpSpPr>
        <p:grpSpPr>
          <a:xfrm>
            <a:off x="610577" y="1030617"/>
            <a:ext cx="7676954" cy="3240979"/>
            <a:chOff x="-300542" y="1792126"/>
            <a:chExt cx="10283930" cy="4517044"/>
          </a:xfrm>
        </p:grpSpPr>
        <p:grpSp>
          <p:nvGrpSpPr>
            <p:cNvPr id="888" name="Google Shape;888;g31ed28cfa71_0_497"/>
            <p:cNvGrpSpPr/>
            <p:nvPr/>
          </p:nvGrpSpPr>
          <p:grpSpPr>
            <a:xfrm>
              <a:off x="-300542" y="3031197"/>
              <a:ext cx="10283930" cy="513926"/>
              <a:chOff x="554952" y="3031197"/>
              <a:chExt cx="10283930" cy="513926"/>
            </a:xfrm>
          </p:grpSpPr>
          <p:pic>
            <p:nvPicPr>
              <p:cNvPr descr="日均会议120场，亿联网络UME助力中国信通院内部沟通更便捷_中华网" id="889" name="Google Shape;889;g31ed28cfa71_0_49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908700" y="3031197"/>
                <a:ext cx="930182" cy="513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0" name="Google Shape;890;g31ed28cfa71_0_497"/>
              <p:cNvPicPr preferRelativeResize="0"/>
              <p:nvPr/>
            </p:nvPicPr>
            <p:blipFill rotWithShape="1">
              <a:blip r:embed="rId4">
                <a:alphaModFix/>
              </a:blip>
              <a:srcRect b="0" l="20694" r="41584" t="0"/>
              <a:stretch/>
            </p:blipFill>
            <p:spPr>
              <a:xfrm>
                <a:off x="8096691" y="3035091"/>
                <a:ext cx="1171675" cy="5061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jylink" id="891" name="Google Shape;891;g31ed28cfa71_0_4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351482" y="3107625"/>
                <a:ext cx="1104874" cy="3610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XH-iot" id="892" name="Google Shape;892;g31ed28cfa71_0_497"/>
              <p:cNvPicPr preferRelativeResize="0"/>
              <p:nvPr/>
            </p:nvPicPr>
            <p:blipFill rotWithShape="1">
              <a:blip r:embed="rId6">
                <a:alphaModFix/>
              </a:blip>
              <a:srcRect b="18434" l="7301" r="7301" t="18434"/>
              <a:stretch/>
            </p:blipFill>
            <p:spPr>
              <a:xfrm>
                <a:off x="554952" y="3110480"/>
                <a:ext cx="1216962" cy="3553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3" name="Google Shape;893;g31ed28cfa71_0_49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739021" y="3069953"/>
                <a:ext cx="972125" cy="4364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4" name="Google Shape;894;g31ed28cfa71_0_49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412249" y="3056112"/>
                <a:ext cx="1686437" cy="4640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95" name="Google Shape;895;g31ed28cfa71_0_497"/>
            <p:cNvGrpSpPr/>
            <p:nvPr/>
          </p:nvGrpSpPr>
          <p:grpSpPr>
            <a:xfrm>
              <a:off x="-95297" y="4344515"/>
              <a:ext cx="9960416" cy="461588"/>
              <a:chOff x="851921" y="4344514"/>
              <a:chExt cx="9960416" cy="461588"/>
            </a:xfrm>
          </p:grpSpPr>
          <p:pic>
            <p:nvPicPr>
              <p:cNvPr id="896" name="Google Shape;896;g31ed28cfa71_0_49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342180" y="4438359"/>
                <a:ext cx="1476535" cy="2738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7" name="Google Shape;897;g31ed28cfa71_0_49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51921" y="4397629"/>
                <a:ext cx="1583095" cy="3553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8" name="Google Shape;898;g31ed28cfa71_0_497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9918476" y="4397628"/>
                <a:ext cx="893861" cy="3553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9" name="Google Shape;899;g31ed28cfa71_0_49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638903" y="4371245"/>
                <a:ext cx="1201417" cy="40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0" name="Google Shape;900;g31ed28cfa71_0_49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660509" y="4344514"/>
                <a:ext cx="1437781" cy="4615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1" name="Google Shape;901;g31ed28cfa71_0_497"/>
            <p:cNvGrpSpPr/>
            <p:nvPr/>
          </p:nvGrpSpPr>
          <p:grpSpPr>
            <a:xfrm>
              <a:off x="-115246" y="3647090"/>
              <a:ext cx="9913339" cy="595458"/>
              <a:chOff x="898998" y="3647090"/>
              <a:chExt cx="9913339" cy="595458"/>
            </a:xfrm>
          </p:grpSpPr>
          <p:pic>
            <p:nvPicPr>
              <p:cNvPr id="902" name="Google Shape;902;g31ed28cfa71_0_497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094043" y="3687757"/>
                <a:ext cx="1028245" cy="5141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Orange S.A. - Wikipedia" id="903" name="Google Shape;903;g31ed28cfa71_0_49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98998" y="3647090"/>
                <a:ext cx="593974" cy="5954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4" name="Google Shape;904;g31ed28cfa71_0_49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114846" y="3735051"/>
                <a:ext cx="1357323" cy="4195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5" name="Google Shape;905;g31ed28cfa71_0_49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744162" y="3668278"/>
                <a:ext cx="984652" cy="5530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6" name="Google Shape;906;g31ed28cfa71_0_49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350688" y="3823877"/>
                <a:ext cx="784168" cy="2418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armonyCloud-谐云科技标志" id="907" name="Google Shape;907;g31ed28cfa71_0_49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756730" y="3702055"/>
                <a:ext cx="485526" cy="4855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8" name="Google Shape;908;g31ed28cfa71_0_49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9864131" y="3739374"/>
                <a:ext cx="948206" cy="4108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9" name="Google Shape;909;g31ed28cfa71_0_497"/>
            <p:cNvGrpSpPr/>
            <p:nvPr/>
          </p:nvGrpSpPr>
          <p:grpSpPr>
            <a:xfrm>
              <a:off x="-259528" y="2366595"/>
              <a:ext cx="10201903" cy="562635"/>
              <a:chOff x="610434" y="2366595"/>
              <a:chExt cx="10201903" cy="562635"/>
            </a:xfrm>
          </p:grpSpPr>
          <p:pic>
            <p:nvPicPr>
              <p:cNvPr id="910" name="Google Shape;910;g31ed28cfa71_0_49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81659" t="0"/>
              <a:stretch/>
            </p:blipFill>
            <p:spPr>
              <a:xfrm>
                <a:off x="10242613" y="2394843"/>
                <a:ext cx="569724" cy="506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1" name="Google Shape;911;g31ed28cfa71_0_49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062669" y="2385599"/>
                <a:ext cx="524647" cy="5246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2" name="Google Shape;912;g31ed28cfa71_0_49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217421" y="2450070"/>
                <a:ext cx="1318949" cy="3956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3" name="Google Shape;913;g31ed28cfa71_0_49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357100" y="2489638"/>
                <a:ext cx="1334022" cy="3165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4" name="Google Shape;914;g31ed28cfa71_0_497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113615" y="2454467"/>
                <a:ext cx="1513766" cy="3868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lick2Cloud Inc.标志" id="915" name="Google Shape;915;g31ed28cfa71_0_497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9153680" y="2366595"/>
                <a:ext cx="562635" cy="5626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6" name="Google Shape;916;g31ed28cfa71_0_497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10434" y="2459245"/>
                <a:ext cx="1220366" cy="3773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7" name="Google Shape;917;g31ed28cfa71_0_497"/>
            <p:cNvGrpSpPr/>
            <p:nvPr/>
          </p:nvGrpSpPr>
          <p:grpSpPr>
            <a:xfrm>
              <a:off x="-166513" y="1792126"/>
              <a:ext cx="10015872" cy="472502"/>
              <a:chOff x="823010" y="1792126"/>
              <a:chExt cx="10015872" cy="472502"/>
            </a:xfrm>
          </p:grpSpPr>
          <p:pic>
            <p:nvPicPr>
              <p:cNvPr id="918" name="Google Shape;918;g31ed28cfa71_0_49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83640" t="0"/>
              <a:stretch/>
            </p:blipFill>
            <p:spPr>
              <a:xfrm>
                <a:off x="823010" y="1792126"/>
                <a:ext cx="631651" cy="472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9" name="Google Shape;919;g31ed28cfa71_0_497"/>
              <p:cNvPicPr preferRelativeResize="0"/>
              <p:nvPr/>
            </p:nvPicPr>
            <p:blipFill rotWithShape="1">
              <a:blip r:embed="rId27">
                <a:alphaModFix/>
              </a:blip>
              <a:srcRect b="0" l="50582" r="15752" t="0"/>
              <a:stretch/>
            </p:blipFill>
            <p:spPr>
              <a:xfrm>
                <a:off x="5924336" y="1792126"/>
                <a:ext cx="1299851" cy="472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0" name="Google Shape;920;g31ed28cfa71_0_497"/>
              <p:cNvPicPr preferRelativeResize="0"/>
              <p:nvPr/>
            </p:nvPicPr>
            <p:blipFill rotWithShape="1">
              <a:blip r:embed="rId27">
                <a:alphaModFix/>
              </a:blip>
              <a:srcRect b="0" l="16247" r="49712" t="0"/>
              <a:stretch/>
            </p:blipFill>
            <p:spPr>
              <a:xfrm>
                <a:off x="2078722" y="1792126"/>
                <a:ext cx="1314294" cy="472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1" name="Google Shape;921;g31ed28cfa71_0_497"/>
              <p:cNvPicPr preferRelativeResize="0"/>
              <p:nvPr/>
            </p:nvPicPr>
            <p:blipFill rotWithShape="1">
              <a:blip r:embed="rId28">
                <a:alphaModFix/>
              </a:blip>
              <a:srcRect b="0" l="-1510" r="1510" t="0"/>
              <a:stretch/>
            </p:blipFill>
            <p:spPr>
              <a:xfrm>
                <a:off x="9243687" y="1840602"/>
                <a:ext cx="1595195" cy="375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2" name="Google Shape;922;g31ed28cfa71_0_497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848249" y="1888626"/>
                <a:ext cx="771373" cy="279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3" name="Google Shape;923;g31ed28cfa71_0_49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4017078" y="1825204"/>
                <a:ext cx="1283196" cy="4063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4" name="Google Shape;924;g31ed28cfa71_0_497"/>
            <p:cNvGrpSpPr/>
            <p:nvPr/>
          </p:nvGrpSpPr>
          <p:grpSpPr>
            <a:xfrm>
              <a:off x="1083687" y="5670269"/>
              <a:ext cx="7515473" cy="638901"/>
              <a:chOff x="694440" y="5670269"/>
              <a:chExt cx="7515473" cy="638901"/>
            </a:xfrm>
          </p:grpSpPr>
          <p:pic>
            <p:nvPicPr>
              <p:cNvPr descr="北京航空航天大学校徽图片_其他_LOGO标识-图行天下素材网" id="925" name="Google Shape;925;g31ed28cfa71_0_497"/>
              <p:cNvPicPr preferRelativeResize="0"/>
              <p:nvPr/>
            </p:nvPicPr>
            <p:blipFill rotWithShape="1">
              <a:blip r:embed="rId31">
                <a:alphaModFix/>
              </a:blip>
              <a:srcRect b="6143" l="19675" r="17260" t="36494"/>
              <a:stretch/>
            </p:blipFill>
            <p:spPr>
              <a:xfrm>
                <a:off x="2023594" y="5670269"/>
                <a:ext cx="771602" cy="63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6" name="Google Shape;926;g31ed28cfa71_0_497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178592" y="5670269"/>
                <a:ext cx="686919" cy="638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7" name="Google Shape;927;g31ed28cfa71_0_49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3460767" y="5670269"/>
                <a:ext cx="660573" cy="63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8" name="Google Shape;928;g31ed28cfa71_0_497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531082" y="5670269"/>
                <a:ext cx="678831" cy="638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9" name="Google Shape;929;g31ed28cfa71_0_497"/>
              <p:cNvPicPr preferRelativeResize="0"/>
              <p:nvPr/>
            </p:nvPicPr>
            <p:blipFill rotWithShape="1">
              <a:blip r:embed="rId35">
                <a:alphaModFix/>
              </a:blip>
              <a:srcRect b="10400" l="8520" r="8512" t="9721"/>
              <a:stretch/>
            </p:blipFill>
            <p:spPr>
              <a:xfrm>
                <a:off x="694440" y="5670269"/>
                <a:ext cx="663583" cy="63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0" name="Google Shape;930;g31ed28cfa71_0_497"/>
              <p:cNvPicPr preferRelativeResize="0"/>
              <p:nvPr/>
            </p:nvPicPr>
            <p:blipFill rotWithShape="1">
              <a:blip r:embed="rId36">
                <a:alphaModFix/>
              </a:blip>
              <a:srcRect b="32582" l="0" r="0" t="0"/>
              <a:stretch/>
            </p:blipFill>
            <p:spPr>
              <a:xfrm>
                <a:off x="4786912" y="5670269"/>
                <a:ext cx="726108" cy="638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31" name="Google Shape;931;g31ed28cfa71_0_497"/>
            <p:cNvGrpSpPr/>
            <p:nvPr/>
          </p:nvGrpSpPr>
          <p:grpSpPr>
            <a:xfrm>
              <a:off x="-227087" y="4908070"/>
              <a:ext cx="10137021" cy="660233"/>
              <a:chOff x="635018" y="4931961"/>
              <a:chExt cx="10137021" cy="660233"/>
            </a:xfrm>
          </p:grpSpPr>
          <p:pic>
            <p:nvPicPr>
              <p:cNvPr id="932" name="Google Shape;932;g31ed28cfa71_0_497"/>
              <p:cNvPicPr preferRelativeResize="0"/>
              <p:nvPr/>
            </p:nvPicPr>
            <p:blipFill rotWithShape="1">
              <a:blip r:embed="rId37">
                <a:alphaModFix/>
              </a:blip>
              <a:srcRect b="12912" l="3823" r="3823" t="13008"/>
              <a:stretch/>
            </p:blipFill>
            <p:spPr>
              <a:xfrm>
                <a:off x="9975543" y="4942627"/>
                <a:ext cx="796496" cy="63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3" name="Google Shape;933;g31ed28cfa71_0_49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7998633" y="5055427"/>
                <a:ext cx="1635224" cy="413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4" name="Google Shape;934;g31ed28cfa71_0_497"/>
              <p:cNvPicPr preferRelativeResize="0"/>
              <p:nvPr/>
            </p:nvPicPr>
            <p:blipFill rotWithShape="1">
              <a:blip r:embed="rId39">
                <a:alphaModFix/>
              </a:blip>
              <a:srcRect b="15530" l="0" r="0" t="15322"/>
              <a:stretch/>
            </p:blipFill>
            <p:spPr>
              <a:xfrm>
                <a:off x="4055012" y="4933264"/>
                <a:ext cx="1052048" cy="6576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高清浙江大学logo" id="935" name="Google Shape;935;g31ed28cfa71_0_497"/>
              <p:cNvPicPr preferRelativeResize="0"/>
              <p:nvPr/>
            </p:nvPicPr>
            <p:blipFill rotWithShape="1">
              <a:blip r:embed="rId40">
                <a:alphaModFix/>
              </a:blip>
              <a:srcRect b="13343" l="0" r="0" t="12893"/>
              <a:stretch/>
            </p:blipFill>
            <p:spPr>
              <a:xfrm>
                <a:off x="2915014" y="4967658"/>
                <a:ext cx="798309" cy="5888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6" name="Google Shape;936;g31ed28cfa71_0_497"/>
              <p:cNvPicPr preferRelativeResize="0"/>
              <p:nvPr/>
            </p:nvPicPr>
            <p:blipFill rotWithShape="1">
              <a:blip r:embed="rId41">
                <a:alphaModFix/>
              </a:blip>
              <a:srcRect b="33623" l="0" r="0" t="7148"/>
              <a:stretch/>
            </p:blipFill>
            <p:spPr>
              <a:xfrm>
                <a:off x="5448749" y="4984197"/>
                <a:ext cx="938407" cy="5557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7" name="Google Shape;937;g31ed28cfa71_0_497"/>
              <p:cNvPicPr preferRelativeResize="0"/>
              <p:nvPr/>
            </p:nvPicPr>
            <p:blipFill rotWithShape="1">
              <a:blip r:embed="rId42">
                <a:alphaModFix/>
              </a:blip>
              <a:srcRect b="7468" l="0" r="0" t="9825"/>
              <a:stretch/>
            </p:blipFill>
            <p:spPr>
              <a:xfrm>
                <a:off x="635018" y="4931961"/>
                <a:ext cx="798310" cy="6602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高清复旦大学logo" id="938" name="Google Shape;938;g31ed28cfa71_0_497"/>
              <p:cNvPicPr preferRelativeResize="0"/>
              <p:nvPr/>
            </p:nvPicPr>
            <p:blipFill rotWithShape="1">
              <a:blip r:embed="rId43">
                <a:alphaModFix/>
              </a:blip>
              <a:srcRect b="13345" l="0" r="0" t="9826"/>
              <a:stretch/>
            </p:blipFill>
            <p:spPr>
              <a:xfrm>
                <a:off x="1775016" y="4955425"/>
                <a:ext cx="798309" cy="6133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9" name="Google Shape;939;g31ed28cfa71_0_497"/>
              <p:cNvPicPr preferRelativeResize="0"/>
              <p:nvPr/>
            </p:nvPicPr>
            <p:blipFill rotWithShape="1">
              <a:blip r:embed="rId44">
                <a:alphaModFix/>
              </a:blip>
              <a:srcRect b="20493" l="0" r="0" t="20652"/>
              <a:stretch/>
            </p:blipFill>
            <p:spPr>
              <a:xfrm>
                <a:off x="6728845" y="4988982"/>
                <a:ext cx="928099" cy="5461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40" name="Google Shape;940;g31ed28cfa71_0_497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997183" y="4433300"/>
            <a:ext cx="1430300" cy="38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g31ed28cfa71_0_497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3557579" y="4454851"/>
            <a:ext cx="1099939" cy="29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31ed28cfa71_0_497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4735292" y="4442168"/>
            <a:ext cx="1027745" cy="342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g31ed28cfa71_0_497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710616" y="3881207"/>
            <a:ext cx="648479" cy="39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g31ed28cfa71_0_49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638890" y="3813147"/>
            <a:ext cx="678656" cy="492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g31ed28cfa71_0_497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890440" y="4447867"/>
            <a:ext cx="1005534" cy="34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g31ed28cfa71_0_497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5846976" y="4433300"/>
            <a:ext cx="891165" cy="31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g31ed28cfa71_0_497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6897633" y="4442168"/>
            <a:ext cx="952744" cy="29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1ed28cfa71_0_501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More Activities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953" name="Google Shape;953;g31ed28cfa71_0_501"/>
          <p:cNvSpPr/>
          <p:nvPr/>
        </p:nvSpPr>
        <p:spPr>
          <a:xfrm>
            <a:off x="0" y="3561398"/>
            <a:ext cx="91632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https://kubeedge.io/partners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1ed28cfa71_0_501"/>
          <p:cNvSpPr/>
          <p:nvPr/>
        </p:nvSpPr>
        <p:spPr>
          <a:xfrm>
            <a:off x="-18574" y="1113473"/>
            <a:ext cx="91632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1ed28cfa71_0_501"/>
          <p:cNvSpPr txBox="1"/>
          <p:nvPr>
            <p:ph idx="4294967295" type="body"/>
          </p:nvPr>
        </p:nvSpPr>
        <p:spPr>
          <a:xfrm>
            <a:off x="721715" y="1015493"/>
            <a:ext cx="80370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-80960" lvl="0" marL="793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7140"/>
              <a:buChar char="●"/>
            </a:pPr>
            <a:r>
              <a:rPr lang="en" sz="1400"/>
              <a:t>Participated in the LFX Mentorship program for </a:t>
            </a:r>
            <a:r>
              <a:rPr b="1" lang="en" sz="1400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4+</a:t>
            </a:r>
            <a:r>
              <a:rPr lang="en" sz="1400"/>
              <a:t> years, providing </a:t>
            </a:r>
            <a:r>
              <a:rPr b="1" lang="en" sz="1400">
                <a:solidFill>
                  <a:srgbClr val="3985BE"/>
                </a:solidFill>
                <a:latin typeface="Arial"/>
                <a:ea typeface="Arial"/>
                <a:cs typeface="Arial"/>
                <a:sym typeface="Arial"/>
              </a:rPr>
              <a:t>20+ </a:t>
            </a:r>
            <a:r>
              <a:rPr lang="en" sz="1400"/>
              <a:t>projects, Covering multiple areas including feature development, documentation, testing, frontend, and more. </a:t>
            </a:r>
            <a:endParaRPr sz="1400"/>
          </a:p>
          <a:p>
            <a:pPr indent="-80960" lvl="0" marL="793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7140"/>
              <a:buChar char="●"/>
            </a:pPr>
            <a:r>
              <a:rPr lang="en" sz="1400"/>
              <a:t>Looking forward to joining forces with emerging talents in the field of computer science to explore the digital future.</a:t>
            </a:r>
            <a:endParaRPr sz="1400"/>
          </a:p>
        </p:txBody>
      </p:sp>
      <p:pic>
        <p:nvPicPr>
          <p:cNvPr id="956" name="Google Shape;956;g31ed28cfa71_0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746" y="2035175"/>
            <a:ext cx="4329985" cy="2860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g31ed28cfa71_0_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7191" y="2083099"/>
            <a:ext cx="595861" cy="52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g31ed28cfa71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9922" y="4056462"/>
            <a:ext cx="772542" cy="67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g31ed28cfa71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0966" y="2811368"/>
            <a:ext cx="803300" cy="71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g31ed28cfa71_0_5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9014" y="2134971"/>
            <a:ext cx="755042" cy="71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g31ed28cfa71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30579" y="3489397"/>
            <a:ext cx="707876" cy="60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g31ed28cfa71_0_5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51855" y="3692126"/>
            <a:ext cx="681112" cy="617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g31ed28cfa71_0_5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30722" y="2921365"/>
            <a:ext cx="704045" cy="67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g31ed28cfa71_0_50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0730" y="3311972"/>
            <a:ext cx="589582" cy="57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g31ed28cfa71_0_50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87579" y="3648899"/>
            <a:ext cx="571435" cy="5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g31ed28cfa71_0_50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30579" y="2591046"/>
            <a:ext cx="642625" cy="613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g31ed28cfa71_0_50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98989" y="4216669"/>
            <a:ext cx="599041" cy="55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g31ed28cfa71_0_50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33051" y="4355173"/>
            <a:ext cx="567057" cy="54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g31ed28cfa71_0_50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15160" y="2536840"/>
            <a:ext cx="701487" cy="66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1ed28cfa71_0_505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More Activities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975" name="Google Shape;975;g31ed28cfa71_0_505"/>
          <p:cNvSpPr/>
          <p:nvPr/>
        </p:nvSpPr>
        <p:spPr>
          <a:xfrm>
            <a:off x="0" y="3561398"/>
            <a:ext cx="91632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https://kubeedge.io/partners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6" name="Google Shape;976;g31ed28cfa71_0_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7668" y="3256498"/>
            <a:ext cx="2894455" cy="185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g31ed28cfa71_0_5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020" y="937975"/>
            <a:ext cx="4803875" cy="21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8" name="Google Shape;978;g31ed28cfa71_0_505"/>
          <p:cNvCxnSpPr/>
          <p:nvPr/>
        </p:nvCxnSpPr>
        <p:spPr>
          <a:xfrm>
            <a:off x="173117" y="3252692"/>
            <a:ext cx="8817000" cy="4800"/>
          </a:xfrm>
          <a:prstGeom prst="straightConnector1">
            <a:avLst/>
          </a:prstGeom>
          <a:noFill/>
          <a:ln cap="flat" cmpd="sng" w="28575">
            <a:solidFill>
              <a:srgbClr val="0F465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79" name="Google Shape;979;g31ed28cfa71_0_505"/>
          <p:cNvSpPr/>
          <p:nvPr/>
        </p:nvSpPr>
        <p:spPr>
          <a:xfrm>
            <a:off x="5916755" y="1328430"/>
            <a:ext cx="29001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with partners to create a strong, vibrant cloud native edge computing ecosystem.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of KubeEdge Distributions, Hosted Platforms and Installers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it if you have the related product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g31ed28cfa71_0_505"/>
          <p:cNvSpPr txBox="1"/>
          <p:nvPr/>
        </p:nvSpPr>
        <p:spPr>
          <a:xfrm>
            <a:off x="5916755" y="2935882"/>
            <a:ext cx="245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https://kubeedge.io/partners</a:t>
            </a:r>
            <a:endParaRPr b="0" i="0" sz="11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g31ed28cfa71_0_505"/>
          <p:cNvSpPr/>
          <p:nvPr/>
        </p:nvSpPr>
        <p:spPr>
          <a:xfrm>
            <a:off x="360107" y="3642346"/>
            <a:ext cx="4042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to show successful cases of users who have implemented KubeEdge in their business scenarios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 how to use KubeEdge in real scenarios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your successful cases with other users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1ed28cfa71_0_505"/>
          <p:cNvSpPr txBox="1"/>
          <p:nvPr/>
        </p:nvSpPr>
        <p:spPr>
          <a:xfrm>
            <a:off x="5916755" y="980898"/>
            <a:ext cx="1464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Partners</a:t>
            </a:r>
            <a:endParaRPr b="1" i="0" sz="15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31ed28cfa71_0_505"/>
          <p:cNvSpPr txBox="1"/>
          <p:nvPr/>
        </p:nvSpPr>
        <p:spPr>
          <a:xfrm>
            <a:off x="360108" y="3342264"/>
            <a:ext cx="1464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Case Studies</a:t>
            </a:r>
            <a:endParaRPr b="1" i="0" sz="15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1ed28cfa71_0_505"/>
          <p:cNvSpPr txBox="1"/>
          <p:nvPr/>
        </p:nvSpPr>
        <p:spPr>
          <a:xfrm>
            <a:off x="366637" y="4665134"/>
            <a:ext cx="3526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https://kubeedge.io/case-studies</a:t>
            </a:r>
            <a:endParaRPr b="0" i="0" sz="11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5" name="Google Shape;985;g31ed28cfa71_0_5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1" y="3287387"/>
            <a:ext cx="1303009" cy="76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g31ed28cfa71_0_5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4153999"/>
            <a:ext cx="1303009" cy="950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1ed28cfa71_0_509"/>
          <p:cNvSpPr txBox="1"/>
          <p:nvPr/>
        </p:nvSpPr>
        <p:spPr>
          <a:xfrm>
            <a:off x="279061" y="-34595"/>
            <a:ext cx="7886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Join Us Making Cloud Native Ubiquitous!</a:t>
            </a:r>
            <a:endParaRPr b="1" sz="3000">
              <a:solidFill>
                <a:schemeClr val="lt1"/>
              </a:solidFill>
            </a:endParaRPr>
          </a:p>
        </p:txBody>
      </p:sp>
      <p:grpSp>
        <p:nvGrpSpPr>
          <p:cNvPr id="992" name="Google Shape;992;g31ed28cfa71_0_509"/>
          <p:cNvGrpSpPr/>
          <p:nvPr/>
        </p:nvGrpSpPr>
        <p:grpSpPr>
          <a:xfrm>
            <a:off x="2357911" y="1437794"/>
            <a:ext cx="4723822" cy="2764236"/>
            <a:chOff x="356180" y="1595122"/>
            <a:chExt cx="3942761" cy="2505652"/>
          </a:xfrm>
        </p:grpSpPr>
        <p:grpSp>
          <p:nvGrpSpPr>
            <p:cNvPr id="993" name="Google Shape;993;g31ed28cfa71_0_509"/>
            <p:cNvGrpSpPr/>
            <p:nvPr/>
          </p:nvGrpSpPr>
          <p:grpSpPr>
            <a:xfrm>
              <a:off x="356180" y="3842184"/>
              <a:ext cx="3942761" cy="258590"/>
              <a:chOff x="704821" y="5255279"/>
              <a:chExt cx="5614869" cy="368257"/>
            </a:xfrm>
          </p:grpSpPr>
          <p:grpSp>
            <p:nvGrpSpPr>
              <p:cNvPr id="994" name="Google Shape;994;g31ed28cfa71_0_509"/>
              <p:cNvGrpSpPr/>
              <p:nvPr/>
            </p:nvGrpSpPr>
            <p:grpSpPr>
              <a:xfrm>
                <a:off x="704821" y="5255279"/>
                <a:ext cx="2874825" cy="368257"/>
                <a:chOff x="2343036" y="2809484"/>
                <a:chExt cx="2874825" cy="368257"/>
              </a:xfrm>
            </p:grpSpPr>
            <p:sp>
              <p:nvSpPr>
                <p:cNvPr id="995" name="Google Shape;995;g31ed28cfa71_0_509"/>
                <p:cNvSpPr txBox="1"/>
                <p:nvPr/>
              </p:nvSpPr>
              <p:spPr>
                <a:xfrm>
                  <a:off x="2678661" y="2842857"/>
                  <a:ext cx="25392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" sz="1100" u="sng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  <a:hlinkClick r:id="rId3">
                        <a:extLst>
                          <a:ext uri="{A12FA001-AC4F-418D-AE19-62706E023703}">
                            <ahyp:hlinkClr val="tx"/>
                          </a:ext>
                        </a:extLst>
                      </a:hlinkClick>
                    </a:rPr>
                    <a:t>https://github.com/kubeedge</a:t>
                  </a:r>
                  <a:endParaRPr b="0" i="0" sz="110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endParaRPr>
                </a:p>
              </p:txBody>
            </p:sp>
            <p:pic>
              <p:nvPicPr>
                <p:cNvPr descr="GitHub Logos and Usage · GitHub" id="996" name="Google Shape;996;g31ed28cfa71_0_50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2343036" y="2809484"/>
                  <a:ext cx="368256" cy="3682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997" name="Google Shape;997;g31ed28cfa71_0_509"/>
              <p:cNvGrpSpPr/>
              <p:nvPr/>
            </p:nvGrpSpPr>
            <p:grpSpPr>
              <a:xfrm>
                <a:off x="3555194" y="5287909"/>
                <a:ext cx="2764496" cy="308543"/>
                <a:chOff x="2375665" y="3410423"/>
                <a:chExt cx="2764496" cy="308543"/>
              </a:xfrm>
            </p:grpSpPr>
            <p:pic>
              <p:nvPicPr>
                <p:cNvPr descr="Slack Logo Icon - Download in Colored Outline Style" id="998" name="Google Shape;998;g31ed28cfa71_0_509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2375665" y="3410423"/>
                  <a:ext cx="302996" cy="3029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9" name="Google Shape;999;g31ed28cfa71_0_509"/>
                <p:cNvSpPr txBox="1"/>
                <p:nvPr/>
              </p:nvSpPr>
              <p:spPr>
                <a:xfrm>
                  <a:off x="2678661" y="3411166"/>
                  <a:ext cx="24615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b="0" i="0" lang="en" sz="1100" u="sng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  <a:hlinkClick r:id="rId7">
                        <a:extLst>
                          <a:ext uri="{A12FA001-AC4F-418D-AE19-62706E023703}">
                            <ahyp:hlinkClr val="tx"/>
                          </a:ext>
                        </a:extLst>
                      </a:hlinkClick>
                    </a:rPr>
                    <a:t>https://kubeedge.slack.com</a:t>
                  </a:r>
                  <a:endParaRPr b="0" i="0" sz="110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  <a:hlinkClick r:id="rId8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endParaRPr>
                </a:p>
              </p:txBody>
            </p:sp>
          </p:grpSp>
        </p:grpSp>
        <p:sp>
          <p:nvSpPr>
            <p:cNvPr id="1000" name="Google Shape;1000;g31ed28cfa71_0_509"/>
            <p:cNvSpPr/>
            <p:nvPr/>
          </p:nvSpPr>
          <p:spPr>
            <a:xfrm>
              <a:off x="510423" y="2751784"/>
              <a:ext cx="36339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 Domain, Multi-Scene, Edge Computing Platform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Make Cloud Native Ubiquitous</a:t>
              </a:r>
              <a:endParaRPr b="1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pic>
          <p:nvPicPr>
            <p:cNvPr id="1001" name="Google Shape;1001;g31ed28cfa71_0_50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78325" y="1595122"/>
              <a:ext cx="2498203" cy="85771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1ed28cfa71_0_1292"/>
          <p:cNvSpPr txBox="1"/>
          <p:nvPr/>
        </p:nvSpPr>
        <p:spPr>
          <a:xfrm>
            <a:off x="1154572" y="2129175"/>
            <a:ext cx="3224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4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CNA24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